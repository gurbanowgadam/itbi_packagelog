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3" r:id="rId1"/>
  </p:sldMasterIdLst>
  <p:sldIdLst>
    <p:sldId id="256" r:id="rId2"/>
    <p:sldId id="257" r:id="rId3"/>
    <p:sldId id="258" r:id="rId4"/>
    <p:sldId id="260" r:id="rId5"/>
    <p:sldId id="261" r:id="rId6"/>
    <p:sldId id="262" r:id="rId7"/>
    <p:sldId id="263" r:id="rId8"/>
    <p:sldId id="264" r:id="rId9"/>
    <p:sldId id="265" r:id="rId10"/>
    <p:sldId id="266" r:id="rId11"/>
    <p:sldId id="267" r:id="rId12"/>
    <p:sldId id="26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6B34B3-CDA6-4935-8B7A-485047854E96}" v="214" dt="2026-01-14T10:06:44.768"/>
    <p1510:client id="{67097E2A-E7A9-4499-896D-4BD9E287EED2}" v="516" dt="2026-01-14T09:29:19.010"/>
    <p1510:client id="{8083A0F2-655A-4916-9933-910783F721A3}" v="18" dt="2026-01-14T10:09:57.098"/>
    <p1510:client id="{D0BF7559-4C89-5C82-5003-EED3936F30E6}" v="63" dt="2026-01-14T19:35:19.5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dam Gurban" userId="9fa804240d506e78" providerId="Windows Live" clId="Web-{D0BF7559-4C89-5C82-5003-EED3936F30E6}"/>
    <pc:docChg chg="addSld modSld">
      <pc:chgData name="Gadam Gurban" userId="9fa804240d506e78" providerId="Windows Live" clId="Web-{D0BF7559-4C89-5C82-5003-EED3936F30E6}" dt="2026-01-14T19:35:19.599" v="64" actId="20577"/>
      <pc:docMkLst>
        <pc:docMk/>
      </pc:docMkLst>
      <pc:sldChg chg="addSp modSp new mod modClrScheme chgLayout">
        <pc:chgData name="Gadam Gurban" userId="9fa804240d506e78" providerId="Windows Live" clId="Web-{D0BF7559-4C89-5C82-5003-EED3936F30E6}" dt="2026-01-14T19:35:19.599" v="64" actId="20577"/>
        <pc:sldMkLst>
          <pc:docMk/>
          <pc:sldMk cId="3724819114" sldId="268"/>
        </pc:sldMkLst>
        <pc:spChg chg="mod ord">
          <ac:chgData name="Gadam Gurban" userId="9fa804240d506e78" providerId="Windows Live" clId="Web-{D0BF7559-4C89-5C82-5003-EED3936F30E6}" dt="2026-01-14T19:24:52.376" v="1"/>
          <ac:spMkLst>
            <pc:docMk/>
            <pc:sldMk cId="3724819114" sldId="268"/>
            <ac:spMk id="2" creationId="{9279EA2D-D8BB-77DA-E825-A89AEC04B443}"/>
          </ac:spMkLst>
        </pc:spChg>
        <pc:spChg chg="mod ord">
          <ac:chgData name="Gadam Gurban" userId="9fa804240d506e78" providerId="Windows Live" clId="Web-{D0BF7559-4C89-5C82-5003-EED3936F30E6}" dt="2026-01-14T19:24:52.376" v="1"/>
          <ac:spMkLst>
            <pc:docMk/>
            <pc:sldMk cId="3724819114" sldId="268"/>
            <ac:spMk id="3" creationId="{9759FA3B-7201-FA4B-D16F-EF9900FD7E32}"/>
          </ac:spMkLst>
        </pc:spChg>
        <pc:spChg chg="mod ord">
          <ac:chgData name="Gadam Gurban" userId="9fa804240d506e78" providerId="Windows Live" clId="Web-{D0BF7559-4C89-5C82-5003-EED3936F30E6}" dt="2026-01-14T19:24:52.376" v="1"/>
          <ac:spMkLst>
            <pc:docMk/>
            <pc:sldMk cId="3724819114" sldId="268"/>
            <ac:spMk id="4" creationId="{A28978ED-A9DE-0255-2014-BE819F45B85A}"/>
          </ac:spMkLst>
        </pc:spChg>
        <pc:spChg chg="add mod ord">
          <ac:chgData name="Gadam Gurban" userId="9fa804240d506e78" providerId="Windows Live" clId="Web-{D0BF7559-4C89-5C82-5003-EED3936F30E6}" dt="2026-01-14T19:29:52.842" v="56" actId="20577"/>
          <ac:spMkLst>
            <pc:docMk/>
            <pc:sldMk cId="3724819114" sldId="268"/>
            <ac:spMk id="5" creationId="{C3D2CFC0-0E6A-A391-9051-4AC15AB7B117}"/>
          </ac:spMkLst>
        </pc:spChg>
        <pc:spChg chg="add mod ord">
          <ac:chgData name="Gadam Gurban" userId="9fa804240d506e78" providerId="Windows Live" clId="Web-{D0BF7559-4C89-5C82-5003-EED3936F30E6}" dt="2026-01-14T19:29:39.388" v="52" actId="20577"/>
          <ac:spMkLst>
            <pc:docMk/>
            <pc:sldMk cId="3724819114" sldId="268"/>
            <ac:spMk id="6" creationId="{E4684C01-FBB2-7673-D2E4-11A9C18A771E}"/>
          </ac:spMkLst>
        </pc:spChg>
        <pc:spChg chg="add mod ord">
          <ac:chgData name="Gadam Gurban" userId="9fa804240d506e78" providerId="Windows Live" clId="Web-{D0BF7559-4C89-5C82-5003-EED3936F30E6}" dt="2026-01-14T19:35:19.599" v="64" actId="20577"/>
          <ac:spMkLst>
            <pc:docMk/>
            <pc:sldMk cId="3724819114" sldId="268"/>
            <ac:spMk id="7" creationId="{5257CE04-42D1-C2EF-7D26-F6C8D4A6CEB4}"/>
          </ac:spMkLst>
        </pc:spChg>
      </pc:sldChg>
    </pc:docChg>
  </pc:docChgLst>
  <pc:docChgLst>
    <pc:chgData clId="Web-{1B6B34B3-CDA6-4935-8B7A-485047854E96}"/>
    <pc:docChg chg="modSld">
      <pc:chgData name="" userId="" providerId="" clId="Web-{1B6B34B3-CDA6-4935-8B7A-485047854E96}" dt="2026-01-14T09:30:19.059" v="0" actId="20577"/>
      <pc:docMkLst>
        <pc:docMk/>
      </pc:docMkLst>
      <pc:sldChg chg="modSp">
        <pc:chgData name="" userId="" providerId="" clId="Web-{1B6B34B3-CDA6-4935-8B7A-485047854E96}" dt="2026-01-14T09:30:19.059" v="0" actId="20577"/>
        <pc:sldMkLst>
          <pc:docMk/>
          <pc:sldMk cId="1788541704" sldId="263"/>
        </pc:sldMkLst>
        <pc:spChg chg="mod">
          <ac:chgData name="" userId="" providerId="" clId="Web-{1B6B34B3-CDA6-4935-8B7A-485047854E96}" dt="2026-01-14T09:30:19.059" v="0" actId="20577"/>
          <ac:spMkLst>
            <pc:docMk/>
            <pc:sldMk cId="1788541704" sldId="263"/>
            <ac:spMk id="10" creationId="{4B68A8DD-F996-BBE9-44BF-35257D20C62E}"/>
          </ac:spMkLst>
        </pc:spChg>
      </pc:sldChg>
    </pc:docChg>
  </pc:docChgLst>
  <pc:docChgLst>
    <pc:chgData name="Gadam Gurban" userId="9fa804240d506e78" providerId="Windows Live" clId="Web-{1B6B34B3-CDA6-4935-8B7A-485047854E96}"/>
    <pc:docChg chg="addSld delSld modSld">
      <pc:chgData name="Gadam Gurban" userId="9fa804240d506e78" providerId="Windows Live" clId="Web-{1B6B34B3-CDA6-4935-8B7A-485047854E96}" dt="2026-01-14T10:06:44.768" v="130" actId="20577"/>
      <pc:docMkLst>
        <pc:docMk/>
      </pc:docMkLst>
      <pc:sldChg chg="modSp">
        <pc:chgData name="Gadam Gurban" userId="9fa804240d506e78" providerId="Windows Live" clId="Web-{1B6B34B3-CDA6-4935-8B7A-485047854E96}" dt="2026-01-14T09:55:05.919" v="122" actId="20577"/>
        <pc:sldMkLst>
          <pc:docMk/>
          <pc:sldMk cId="3451462482" sldId="257"/>
        </pc:sldMkLst>
        <pc:spChg chg="mod">
          <ac:chgData name="Gadam Gurban" userId="9fa804240d506e78" providerId="Windows Live" clId="Web-{1B6B34B3-CDA6-4935-8B7A-485047854E96}" dt="2026-01-14T09:55:05.919" v="122" actId="20577"/>
          <ac:spMkLst>
            <pc:docMk/>
            <pc:sldMk cId="3451462482" sldId="257"/>
            <ac:spMk id="2" creationId="{08C92B9C-6E47-E4E4-5388-EF1044A9B9B7}"/>
          </ac:spMkLst>
        </pc:spChg>
        <pc:spChg chg="mod">
          <ac:chgData name="Gadam Gurban" userId="9fa804240d506e78" providerId="Windows Live" clId="Web-{1B6B34B3-CDA6-4935-8B7A-485047854E96}" dt="2026-01-14T09:54:58.810" v="120" actId="20577"/>
          <ac:spMkLst>
            <pc:docMk/>
            <pc:sldMk cId="3451462482" sldId="257"/>
            <ac:spMk id="3" creationId="{81CA1730-176A-51A6-C121-18FF973CFB0C}"/>
          </ac:spMkLst>
        </pc:spChg>
      </pc:sldChg>
      <pc:sldChg chg="modSp">
        <pc:chgData name="Gadam Gurban" userId="9fa804240d506e78" providerId="Windows Live" clId="Web-{1B6B34B3-CDA6-4935-8B7A-485047854E96}" dt="2026-01-14T09:56:11.811" v="124" actId="20577"/>
        <pc:sldMkLst>
          <pc:docMk/>
          <pc:sldMk cId="1242800155" sldId="258"/>
        </pc:sldMkLst>
        <pc:spChg chg="mod">
          <ac:chgData name="Gadam Gurban" userId="9fa804240d506e78" providerId="Windows Live" clId="Web-{1B6B34B3-CDA6-4935-8B7A-485047854E96}" dt="2026-01-14T09:56:11.811" v="124" actId="20577"/>
          <ac:spMkLst>
            <pc:docMk/>
            <pc:sldMk cId="1242800155" sldId="258"/>
            <ac:spMk id="9" creationId="{C57D1474-4044-273B-7A81-98D774E6408E}"/>
          </ac:spMkLst>
        </pc:spChg>
      </pc:sldChg>
      <pc:sldChg chg="modSp">
        <pc:chgData name="Gadam Gurban" userId="9fa804240d506e78" providerId="Windows Live" clId="Web-{1B6B34B3-CDA6-4935-8B7A-485047854E96}" dt="2026-01-14T09:56:31.342" v="125" actId="20577"/>
        <pc:sldMkLst>
          <pc:docMk/>
          <pc:sldMk cId="3309823951" sldId="260"/>
        </pc:sldMkLst>
        <pc:spChg chg="mod">
          <ac:chgData name="Gadam Gurban" userId="9fa804240d506e78" providerId="Windows Live" clId="Web-{1B6B34B3-CDA6-4935-8B7A-485047854E96}" dt="2026-01-14T09:56:31.342" v="125" actId="20577"/>
          <ac:spMkLst>
            <pc:docMk/>
            <pc:sldMk cId="3309823951" sldId="260"/>
            <ac:spMk id="9" creationId="{A9330C9F-BD91-BBEB-3AEC-F152E524CD72}"/>
          </ac:spMkLst>
        </pc:spChg>
      </pc:sldChg>
      <pc:sldChg chg="modSp">
        <pc:chgData name="Gadam Gurban" userId="9fa804240d506e78" providerId="Windows Live" clId="Web-{1B6B34B3-CDA6-4935-8B7A-485047854E96}" dt="2026-01-14T10:06:26.518" v="127" actId="20577"/>
        <pc:sldMkLst>
          <pc:docMk/>
          <pc:sldMk cId="3746491774" sldId="261"/>
        </pc:sldMkLst>
        <pc:spChg chg="mod">
          <ac:chgData name="Gadam Gurban" userId="9fa804240d506e78" providerId="Windows Live" clId="Web-{1B6B34B3-CDA6-4935-8B7A-485047854E96}" dt="2026-01-14T10:06:26.518" v="127" actId="20577"/>
          <ac:spMkLst>
            <pc:docMk/>
            <pc:sldMk cId="3746491774" sldId="261"/>
            <ac:spMk id="9" creationId="{59F3A9EF-7118-A136-50E9-8D0FE55490B8}"/>
          </ac:spMkLst>
        </pc:spChg>
      </pc:sldChg>
      <pc:sldChg chg="modSp">
        <pc:chgData name="Gadam Gurban" userId="9fa804240d506e78" providerId="Windows Live" clId="Web-{1B6B34B3-CDA6-4935-8B7A-485047854E96}" dt="2026-01-14T10:06:34.143" v="128" actId="20577"/>
        <pc:sldMkLst>
          <pc:docMk/>
          <pc:sldMk cId="215097233" sldId="262"/>
        </pc:sldMkLst>
        <pc:spChg chg="mod">
          <ac:chgData name="Gadam Gurban" userId="9fa804240d506e78" providerId="Windows Live" clId="Web-{1B6B34B3-CDA6-4935-8B7A-485047854E96}" dt="2026-01-14T10:06:34.143" v="128" actId="20577"/>
          <ac:spMkLst>
            <pc:docMk/>
            <pc:sldMk cId="215097233" sldId="262"/>
            <ac:spMk id="5" creationId="{06EE4806-19CE-3D8C-4CB2-EAF55299FB9A}"/>
          </ac:spMkLst>
        </pc:spChg>
      </pc:sldChg>
      <pc:sldChg chg="modSp">
        <pc:chgData name="Gadam Gurban" userId="9fa804240d506e78" providerId="Windows Live" clId="Web-{1B6B34B3-CDA6-4935-8B7A-485047854E96}" dt="2026-01-14T10:06:44.768" v="130" actId="20577"/>
        <pc:sldMkLst>
          <pc:docMk/>
          <pc:sldMk cId="1788541704" sldId="263"/>
        </pc:sldMkLst>
        <pc:spChg chg="mod">
          <ac:chgData name="Gadam Gurban" userId="9fa804240d506e78" providerId="Windows Live" clId="Web-{1B6B34B3-CDA6-4935-8B7A-485047854E96}" dt="2026-01-14T10:06:44.768" v="130" actId="20577"/>
          <ac:spMkLst>
            <pc:docMk/>
            <pc:sldMk cId="1788541704" sldId="263"/>
            <ac:spMk id="10" creationId="{4B68A8DD-F996-BBE9-44BF-35257D20C62E}"/>
          </ac:spMkLst>
        </pc:spChg>
        <pc:picChg chg="mod">
          <ac:chgData name="Gadam Gurban" userId="9fa804240d506e78" providerId="Windows Live" clId="Web-{1B6B34B3-CDA6-4935-8B7A-485047854E96}" dt="2026-01-14T09:31:35.762" v="6" actId="1076"/>
          <ac:picMkLst>
            <pc:docMk/>
            <pc:sldMk cId="1788541704" sldId="263"/>
            <ac:picMk id="9" creationId="{160FC51D-6377-EE29-C5F4-7E081E16038D}"/>
          </ac:picMkLst>
        </pc:picChg>
      </pc:sldChg>
      <pc:sldChg chg="addSp new del">
        <pc:chgData name="Gadam Gurban" userId="9fa804240d506e78" providerId="Windows Live" clId="Web-{1B6B34B3-CDA6-4935-8B7A-485047854E96}" dt="2026-01-14T09:34:20.044" v="24"/>
        <pc:sldMkLst>
          <pc:docMk/>
          <pc:sldMk cId="59694232" sldId="264"/>
        </pc:sldMkLst>
        <pc:spChg chg="add">
          <ac:chgData name="Gadam Gurban" userId="9fa804240d506e78" providerId="Windows Live" clId="Web-{1B6B34B3-CDA6-4935-8B7A-485047854E96}" dt="2026-01-14T09:34:14.653" v="23"/>
          <ac:spMkLst>
            <pc:docMk/>
            <pc:sldMk cId="59694232" sldId="264"/>
            <ac:spMk id="5" creationId="{47D729DD-9A3B-492C-7C4E-1C21B13BE57F}"/>
          </ac:spMkLst>
        </pc:spChg>
      </pc:sldChg>
      <pc:sldChg chg="addSp delSp modSp add replId">
        <pc:chgData name="Gadam Gurban" userId="9fa804240d506e78" providerId="Windows Live" clId="Web-{1B6B34B3-CDA6-4935-8B7A-485047854E96}" dt="2026-01-14T09:37:00.783" v="45" actId="20577"/>
        <pc:sldMkLst>
          <pc:docMk/>
          <pc:sldMk cId="445329769" sldId="264"/>
        </pc:sldMkLst>
        <pc:spChg chg="mod">
          <ac:chgData name="Gadam Gurban" userId="9fa804240d506e78" providerId="Windows Live" clId="Web-{1B6B34B3-CDA6-4935-8B7A-485047854E96}" dt="2026-01-14T09:37:00.783" v="45" actId="20577"/>
          <ac:spMkLst>
            <pc:docMk/>
            <pc:sldMk cId="445329769" sldId="264"/>
            <ac:spMk id="10" creationId="{0ED67554-0CD0-7053-61C8-DF471A73D379}"/>
          </ac:spMkLst>
        </pc:spChg>
        <pc:picChg chg="add mod">
          <ac:chgData name="Gadam Gurban" userId="9fa804240d506e78" providerId="Windows Live" clId="Web-{1B6B34B3-CDA6-4935-8B7A-485047854E96}" dt="2026-01-14T09:35:20.280" v="33" actId="14100"/>
          <ac:picMkLst>
            <pc:docMk/>
            <pc:sldMk cId="445329769" sldId="264"/>
            <ac:picMk id="5" creationId="{3A56CDBA-6144-7CD9-5595-5A594F99A730}"/>
          </ac:picMkLst>
        </pc:picChg>
        <pc:picChg chg="del">
          <ac:chgData name="Gadam Gurban" userId="9fa804240d506e78" providerId="Windows Live" clId="Web-{1B6B34B3-CDA6-4935-8B7A-485047854E96}" dt="2026-01-14T09:34:42.466" v="29"/>
          <ac:picMkLst>
            <pc:docMk/>
            <pc:sldMk cId="445329769" sldId="264"/>
            <ac:picMk id="9" creationId="{16584B51-BE29-411C-6DEB-415DF0916F51}"/>
          </ac:picMkLst>
        </pc:picChg>
      </pc:sldChg>
      <pc:sldChg chg="addSp delSp modSp add replId">
        <pc:chgData name="Gadam Gurban" userId="9fa804240d506e78" providerId="Windows Live" clId="Web-{1B6B34B3-CDA6-4935-8B7A-485047854E96}" dt="2026-01-14T09:40:30.349" v="72" actId="20577"/>
        <pc:sldMkLst>
          <pc:docMk/>
          <pc:sldMk cId="2100206299" sldId="265"/>
        </pc:sldMkLst>
        <pc:spChg chg="mod">
          <ac:chgData name="Gadam Gurban" userId="9fa804240d506e78" providerId="Windows Live" clId="Web-{1B6B34B3-CDA6-4935-8B7A-485047854E96}" dt="2026-01-14T09:40:30.349" v="72" actId="20577"/>
          <ac:spMkLst>
            <pc:docMk/>
            <pc:sldMk cId="2100206299" sldId="265"/>
            <ac:spMk id="10" creationId="{B340D1C9-E5F0-DBB4-0B54-DB7B8DDB3E07}"/>
          </ac:spMkLst>
        </pc:spChg>
        <pc:picChg chg="del">
          <ac:chgData name="Gadam Gurban" userId="9fa804240d506e78" providerId="Windows Live" clId="Web-{1B6B34B3-CDA6-4935-8B7A-485047854E96}" dt="2026-01-14T09:39:19.645" v="52"/>
          <ac:picMkLst>
            <pc:docMk/>
            <pc:sldMk cId="2100206299" sldId="265"/>
            <ac:picMk id="5" creationId="{C590F7FC-80FA-6E03-2A3E-D5F148F63319}"/>
          </ac:picMkLst>
        </pc:picChg>
        <pc:picChg chg="add mod">
          <ac:chgData name="Gadam Gurban" userId="9fa804240d506e78" providerId="Windows Live" clId="Web-{1B6B34B3-CDA6-4935-8B7A-485047854E96}" dt="2026-01-14T09:39:17.770" v="51" actId="1076"/>
          <ac:picMkLst>
            <pc:docMk/>
            <pc:sldMk cId="2100206299" sldId="265"/>
            <ac:picMk id="6" creationId="{59DF0ED3-12FF-7BA6-110C-B4F00384A8D7}"/>
          </ac:picMkLst>
        </pc:picChg>
      </pc:sldChg>
      <pc:sldChg chg="addSp delSp modSp add replId">
        <pc:chgData name="Gadam Gurban" userId="9fa804240d506e78" providerId="Windows Live" clId="Web-{1B6B34B3-CDA6-4935-8B7A-485047854E96}" dt="2026-01-14T09:43:32.085" v="84" actId="20577"/>
        <pc:sldMkLst>
          <pc:docMk/>
          <pc:sldMk cId="133732523" sldId="266"/>
        </pc:sldMkLst>
        <pc:spChg chg="mod">
          <ac:chgData name="Gadam Gurban" userId="9fa804240d506e78" providerId="Windows Live" clId="Web-{1B6B34B3-CDA6-4935-8B7A-485047854E96}" dt="2026-01-14T09:43:32.085" v="84" actId="20577"/>
          <ac:spMkLst>
            <pc:docMk/>
            <pc:sldMk cId="133732523" sldId="266"/>
            <ac:spMk id="10" creationId="{7963E60D-26C4-3BE0-2EA0-772CECD2A5C0}"/>
          </ac:spMkLst>
        </pc:spChg>
        <pc:picChg chg="add mod">
          <ac:chgData name="Gadam Gurban" userId="9fa804240d506e78" providerId="Windows Live" clId="Web-{1B6B34B3-CDA6-4935-8B7A-485047854E96}" dt="2026-01-14T09:42:01.787" v="81" actId="14100"/>
          <ac:picMkLst>
            <pc:docMk/>
            <pc:sldMk cId="133732523" sldId="266"/>
            <ac:picMk id="5" creationId="{9B900923-3217-BC83-383B-06EB93271B1B}"/>
          </ac:picMkLst>
        </pc:picChg>
        <pc:picChg chg="del">
          <ac:chgData name="Gadam Gurban" userId="9fa804240d506e78" providerId="Windows Live" clId="Web-{1B6B34B3-CDA6-4935-8B7A-485047854E96}" dt="2026-01-14T09:41:46.553" v="78"/>
          <ac:picMkLst>
            <pc:docMk/>
            <pc:sldMk cId="133732523" sldId="266"/>
            <ac:picMk id="6" creationId="{99C1BCD8-8FBB-89CE-618D-F2F00E2448A9}"/>
          </ac:picMkLst>
        </pc:picChg>
      </pc:sldChg>
      <pc:sldChg chg="addSp delSp modSp add replId">
        <pc:chgData name="Gadam Gurban" userId="9fa804240d506e78" providerId="Windows Live" clId="Web-{1B6B34B3-CDA6-4935-8B7A-485047854E96}" dt="2026-01-14T09:54:12.387" v="118" actId="20577"/>
        <pc:sldMkLst>
          <pc:docMk/>
          <pc:sldMk cId="1712699532" sldId="267"/>
        </pc:sldMkLst>
        <pc:spChg chg="mod">
          <ac:chgData name="Gadam Gurban" userId="9fa804240d506e78" providerId="Windows Live" clId="Web-{1B6B34B3-CDA6-4935-8B7A-485047854E96}" dt="2026-01-14T09:54:12.387" v="118" actId="20577"/>
          <ac:spMkLst>
            <pc:docMk/>
            <pc:sldMk cId="1712699532" sldId="267"/>
            <ac:spMk id="10" creationId="{892A6018-4667-0728-E958-EDB5550F0A3B}"/>
          </ac:spMkLst>
        </pc:spChg>
        <pc:picChg chg="del">
          <ac:chgData name="Gadam Gurban" userId="9fa804240d506e78" providerId="Windows Live" clId="Web-{1B6B34B3-CDA6-4935-8B7A-485047854E96}" dt="2026-01-14T09:45:27.132" v="87"/>
          <ac:picMkLst>
            <pc:docMk/>
            <pc:sldMk cId="1712699532" sldId="267"/>
            <ac:picMk id="5" creationId="{88BCC92F-8B79-C4C3-0070-BDA944416D7C}"/>
          </ac:picMkLst>
        </pc:picChg>
        <pc:picChg chg="add mod">
          <ac:chgData name="Gadam Gurban" userId="9fa804240d506e78" providerId="Windows Live" clId="Web-{1B6B34B3-CDA6-4935-8B7A-485047854E96}" dt="2026-01-14T09:53:47.465" v="108" actId="1076"/>
          <ac:picMkLst>
            <pc:docMk/>
            <pc:sldMk cId="1712699532" sldId="267"/>
            <ac:picMk id="6" creationId="{DD488E34-61E8-78A4-DAC7-B2545425BF85}"/>
          </ac:picMkLst>
        </pc:picChg>
        <pc:picChg chg="add mod">
          <ac:chgData name="Gadam Gurban" userId="9fa804240d506e78" providerId="Windows Live" clId="Web-{1B6B34B3-CDA6-4935-8B7A-485047854E96}" dt="2026-01-14T09:52:51.745" v="97" actId="1076"/>
          <ac:picMkLst>
            <pc:docMk/>
            <pc:sldMk cId="1712699532" sldId="267"/>
            <ac:picMk id="7" creationId="{8B008A8B-EC28-C50D-BB66-27975166D678}"/>
          </ac:picMkLst>
        </pc:picChg>
      </pc:sldChg>
    </pc:docChg>
  </pc:docChgLst>
  <pc:docChgLst>
    <pc:chgData name="Gadam Gurban" userId="9fa804240d506e78" providerId="Windows Live" clId="Web-{8083A0F2-655A-4916-9933-910783F721A3}"/>
    <pc:docChg chg="addSld delSld modSld">
      <pc:chgData name="Gadam Gurban" userId="9fa804240d506e78" providerId="Windows Live" clId="Web-{8083A0F2-655A-4916-9933-910783F721A3}" dt="2026-01-14T10:09:57.098" v="9"/>
      <pc:docMkLst>
        <pc:docMk/>
      </pc:docMkLst>
      <pc:sldChg chg="modSp">
        <pc:chgData name="Gadam Gurban" userId="9fa804240d506e78" providerId="Windows Live" clId="Web-{8083A0F2-655A-4916-9933-910783F721A3}" dt="2026-01-14T10:08:39.686" v="1" actId="20577"/>
        <pc:sldMkLst>
          <pc:docMk/>
          <pc:sldMk cId="445329769" sldId="264"/>
        </pc:sldMkLst>
        <pc:spChg chg="mod">
          <ac:chgData name="Gadam Gurban" userId="9fa804240d506e78" providerId="Windows Live" clId="Web-{8083A0F2-655A-4916-9933-910783F721A3}" dt="2026-01-14T10:08:39.686" v="1" actId="20577"/>
          <ac:spMkLst>
            <pc:docMk/>
            <pc:sldMk cId="445329769" sldId="264"/>
            <ac:spMk id="10" creationId="{0ED67554-0CD0-7053-61C8-DF471A73D379}"/>
          </ac:spMkLst>
        </pc:spChg>
      </pc:sldChg>
      <pc:sldChg chg="modSp">
        <pc:chgData name="Gadam Gurban" userId="9fa804240d506e78" providerId="Windows Live" clId="Web-{8083A0F2-655A-4916-9933-910783F721A3}" dt="2026-01-14T10:08:51.375" v="3" actId="20577"/>
        <pc:sldMkLst>
          <pc:docMk/>
          <pc:sldMk cId="2100206299" sldId="265"/>
        </pc:sldMkLst>
        <pc:spChg chg="mod">
          <ac:chgData name="Gadam Gurban" userId="9fa804240d506e78" providerId="Windows Live" clId="Web-{8083A0F2-655A-4916-9933-910783F721A3}" dt="2026-01-14T10:08:51.375" v="3" actId="20577"/>
          <ac:spMkLst>
            <pc:docMk/>
            <pc:sldMk cId="2100206299" sldId="265"/>
            <ac:spMk id="10" creationId="{B340D1C9-E5F0-DBB4-0B54-DB7B8DDB3E07}"/>
          </ac:spMkLst>
        </pc:spChg>
      </pc:sldChg>
      <pc:sldChg chg="modSp">
        <pc:chgData name="Gadam Gurban" userId="9fa804240d506e78" providerId="Windows Live" clId="Web-{8083A0F2-655A-4916-9933-910783F721A3}" dt="2026-01-14T10:09:01.407" v="5" actId="20577"/>
        <pc:sldMkLst>
          <pc:docMk/>
          <pc:sldMk cId="133732523" sldId="266"/>
        </pc:sldMkLst>
        <pc:spChg chg="mod">
          <ac:chgData name="Gadam Gurban" userId="9fa804240d506e78" providerId="Windows Live" clId="Web-{8083A0F2-655A-4916-9933-910783F721A3}" dt="2026-01-14T10:09:01.407" v="5" actId="20577"/>
          <ac:spMkLst>
            <pc:docMk/>
            <pc:sldMk cId="133732523" sldId="266"/>
            <ac:spMk id="10" creationId="{7963E60D-26C4-3BE0-2EA0-772CECD2A5C0}"/>
          </ac:spMkLst>
        </pc:spChg>
      </pc:sldChg>
      <pc:sldChg chg="modSp">
        <pc:chgData name="Gadam Gurban" userId="9fa804240d506e78" providerId="Windows Live" clId="Web-{8083A0F2-655A-4916-9933-910783F721A3}" dt="2026-01-14T10:09:17.908" v="7" actId="20577"/>
        <pc:sldMkLst>
          <pc:docMk/>
          <pc:sldMk cId="1712699532" sldId="267"/>
        </pc:sldMkLst>
        <pc:spChg chg="mod">
          <ac:chgData name="Gadam Gurban" userId="9fa804240d506e78" providerId="Windows Live" clId="Web-{8083A0F2-655A-4916-9933-910783F721A3}" dt="2026-01-14T10:09:17.908" v="7" actId="20577"/>
          <ac:spMkLst>
            <pc:docMk/>
            <pc:sldMk cId="1712699532" sldId="267"/>
            <ac:spMk id="10" creationId="{892A6018-4667-0728-E958-EDB5550F0A3B}"/>
          </ac:spMkLst>
        </pc:spChg>
      </pc:sldChg>
      <pc:sldChg chg="new del">
        <pc:chgData name="Gadam Gurban" userId="9fa804240d506e78" providerId="Windows Live" clId="Web-{8083A0F2-655A-4916-9933-910783F721A3}" dt="2026-01-14T10:09:57.098" v="9"/>
        <pc:sldMkLst>
          <pc:docMk/>
          <pc:sldMk cId="689067264" sldId="268"/>
        </pc:sldMkLst>
      </pc:sldChg>
    </pc:docChg>
  </pc:docChgLst>
  <pc:docChgLst>
    <pc:chgData name="Gadam Gurban" userId="9fa804240d506e78" providerId="Windows Live" clId="Web-{67097E2A-E7A9-4499-896D-4BD9E287EED2}"/>
    <pc:docChg chg="mod addSld delSld modSld addMainMaster delMainMaster">
      <pc:chgData name="Gadam Gurban" userId="9fa804240d506e78" providerId="Windows Live" clId="Web-{67097E2A-E7A9-4499-896D-4BD9E287EED2}" dt="2026-01-14T09:29:19.010" v="382" actId="20577"/>
      <pc:docMkLst>
        <pc:docMk/>
      </pc:docMkLst>
      <pc:sldChg chg="modSp mod modClrScheme chgLayout">
        <pc:chgData name="Gadam Gurban" userId="9fa804240d506e78" providerId="Windows Live" clId="Web-{67097E2A-E7A9-4499-896D-4BD9E287EED2}" dt="2026-01-14T08:53:23.873" v="85" actId="20577"/>
        <pc:sldMkLst>
          <pc:docMk/>
          <pc:sldMk cId="109857222" sldId="256"/>
        </pc:sldMkLst>
        <pc:spChg chg="mod ord">
          <ac:chgData name="Gadam Gurban" userId="9fa804240d506e78" providerId="Windows Live" clId="Web-{67097E2A-E7A9-4499-896D-4BD9E287EED2}" dt="2026-01-14T08:50:01.280" v="75" actId="20577"/>
          <ac:spMkLst>
            <pc:docMk/>
            <pc:sldMk cId="109857222" sldId="256"/>
            <ac:spMk id="2" creationId="{00000000-0000-0000-0000-000000000000}"/>
          </ac:spMkLst>
        </pc:spChg>
        <pc:spChg chg="mod ord">
          <ac:chgData name="Gadam Gurban" userId="9fa804240d506e78" providerId="Windows Live" clId="Web-{67097E2A-E7A9-4499-896D-4BD9E287EED2}" dt="2026-01-14T08:53:23.873" v="85" actId="20577"/>
          <ac:spMkLst>
            <pc:docMk/>
            <pc:sldMk cId="109857222" sldId="256"/>
            <ac:spMk id="3" creationId="{00000000-0000-0000-0000-000000000000}"/>
          </ac:spMkLst>
        </pc:spChg>
      </pc:sldChg>
      <pc:sldChg chg="modSp new mod modClrScheme chgLayout">
        <pc:chgData name="Gadam Gurban" userId="9fa804240d506e78" providerId="Windows Live" clId="Web-{67097E2A-E7A9-4499-896D-4BD9E287EED2}" dt="2026-01-14T09:01:21.420" v="157" actId="20577"/>
        <pc:sldMkLst>
          <pc:docMk/>
          <pc:sldMk cId="3451462482" sldId="257"/>
        </pc:sldMkLst>
        <pc:spChg chg="mod ord">
          <ac:chgData name="Gadam Gurban" userId="9fa804240d506e78" providerId="Windows Live" clId="Web-{67097E2A-E7A9-4499-896D-4BD9E287EED2}" dt="2026-01-14T09:01:21.420" v="157" actId="20577"/>
          <ac:spMkLst>
            <pc:docMk/>
            <pc:sldMk cId="3451462482" sldId="257"/>
            <ac:spMk id="2" creationId="{08C92B9C-6E47-E4E4-5388-EF1044A9B9B7}"/>
          </ac:spMkLst>
        </pc:spChg>
        <pc:spChg chg="mod ord">
          <ac:chgData name="Gadam Gurban" userId="9fa804240d506e78" providerId="Windows Live" clId="Web-{67097E2A-E7A9-4499-896D-4BD9E287EED2}" dt="2026-01-14T09:01:10.170" v="154" actId="20577"/>
          <ac:spMkLst>
            <pc:docMk/>
            <pc:sldMk cId="3451462482" sldId="257"/>
            <ac:spMk id="3" creationId="{81CA1730-176A-51A6-C121-18FF973CFB0C}"/>
          </ac:spMkLst>
        </pc:spChg>
        <pc:spChg chg="mod ord">
          <ac:chgData name="Gadam Gurban" userId="9fa804240d506e78" providerId="Windows Live" clId="Web-{67097E2A-E7A9-4499-896D-4BD9E287EED2}" dt="2026-01-14T08:54:39.951" v="94"/>
          <ac:spMkLst>
            <pc:docMk/>
            <pc:sldMk cId="3451462482" sldId="257"/>
            <ac:spMk id="4" creationId="{0B6E7C1D-E89D-2046-C1F4-D95C6C65BBA1}"/>
          </ac:spMkLst>
        </pc:spChg>
        <pc:spChg chg="mod ord">
          <ac:chgData name="Gadam Gurban" userId="9fa804240d506e78" providerId="Windows Live" clId="Web-{67097E2A-E7A9-4499-896D-4BD9E287EED2}" dt="2026-01-14T08:54:39.951" v="94"/>
          <ac:spMkLst>
            <pc:docMk/>
            <pc:sldMk cId="3451462482" sldId="257"/>
            <ac:spMk id="5" creationId="{0BB544D9-F9B0-4F12-1DD0-C43B9CDF6BB7}"/>
          </ac:spMkLst>
        </pc:spChg>
        <pc:spChg chg="mod ord">
          <ac:chgData name="Gadam Gurban" userId="9fa804240d506e78" providerId="Windows Live" clId="Web-{67097E2A-E7A9-4499-896D-4BD9E287EED2}" dt="2026-01-14T08:54:39.951" v="94"/>
          <ac:spMkLst>
            <pc:docMk/>
            <pc:sldMk cId="3451462482" sldId="257"/>
            <ac:spMk id="6" creationId="{7A147597-B51A-7BD9-97F6-B3F31D386874}"/>
          </ac:spMkLst>
        </pc:spChg>
      </pc:sldChg>
      <pc:sldChg chg="addSp delSp modSp new mod modClrScheme chgLayout">
        <pc:chgData name="Gadam Gurban" userId="9fa804240d506e78" providerId="Windows Live" clId="Web-{67097E2A-E7A9-4499-896D-4BD9E287EED2}" dt="2026-01-14T09:14:31.230" v="234" actId="20577"/>
        <pc:sldMkLst>
          <pc:docMk/>
          <pc:sldMk cId="1242800155" sldId="258"/>
        </pc:sldMkLst>
        <pc:spChg chg="del">
          <ac:chgData name="Gadam Gurban" userId="9fa804240d506e78" providerId="Windows Live" clId="Web-{67097E2A-E7A9-4499-896D-4BD9E287EED2}" dt="2026-01-14T09:04:50.637" v="160"/>
          <ac:spMkLst>
            <pc:docMk/>
            <pc:sldMk cId="1242800155" sldId="258"/>
            <ac:spMk id="2" creationId="{788FB880-7F04-6924-D77A-14D98A0EBBC2}"/>
          </ac:spMkLst>
        </pc:spChg>
        <pc:spChg chg="del">
          <ac:chgData name="Gadam Gurban" userId="9fa804240d506e78" providerId="Windows Live" clId="Web-{67097E2A-E7A9-4499-896D-4BD9E287EED2}" dt="2026-01-14T09:04:50.637" v="160"/>
          <ac:spMkLst>
            <pc:docMk/>
            <pc:sldMk cId="1242800155" sldId="258"/>
            <ac:spMk id="3" creationId="{DB896DAB-8067-37E8-AACA-9A4F68ACB46A}"/>
          </ac:spMkLst>
        </pc:spChg>
        <pc:spChg chg="mod ord">
          <ac:chgData name="Gadam Gurban" userId="9fa804240d506e78" providerId="Windows Live" clId="Web-{67097E2A-E7A9-4499-896D-4BD9E287EED2}" dt="2026-01-14T09:04:50.637" v="160"/>
          <ac:spMkLst>
            <pc:docMk/>
            <pc:sldMk cId="1242800155" sldId="258"/>
            <ac:spMk id="4" creationId="{E85F4C41-8848-57FF-66F6-09A36A12BB8F}"/>
          </ac:spMkLst>
        </pc:spChg>
        <pc:spChg chg="mod ord">
          <ac:chgData name="Gadam Gurban" userId="9fa804240d506e78" providerId="Windows Live" clId="Web-{67097E2A-E7A9-4499-896D-4BD9E287EED2}" dt="2026-01-14T09:04:50.637" v="160"/>
          <ac:spMkLst>
            <pc:docMk/>
            <pc:sldMk cId="1242800155" sldId="258"/>
            <ac:spMk id="5" creationId="{9AFB6CF0-7B91-F38C-D6C6-2988540C569E}"/>
          </ac:spMkLst>
        </pc:spChg>
        <pc:spChg chg="mod ord">
          <ac:chgData name="Gadam Gurban" userId="9fa804240d506e78" providerId="Windows Live" clId="Web-{67097E2A-E7A9-4499-896D-4BD9E287EED2}" dt="2026-01-14T09:04:50.637" v="160"/>
          <ac:spMkLst>
            <pc:docMk/>
            <pc:sldMk cId="1242800155" sldId="258"/>
            <ac:spMk id="6" creationId="{4F0684F6-FFF3-9596-64D4-F5155AF3055B}"/>
          </ac:spMkLst>
        </pc:spChg>
        <pc:spChg chg="add del">
          <ac:chgData name="Gadam Gurban" userId="9fa804240d506e78" providerId="Windows Live" clId="Web-{67097E2A-E7A9-4499-896D-4BD9E287EED2}" dt="2026-01-14T09:05:04.965" v="162"/>
          <ac:spMkLst>
            <pc:docMk/>
            <pc:sldMk cId="1242800155" sldId="258"/>
            <ac:spMk id="7" creationId="{69BE10C7-38AE-3FAB-7D8F-E9F19CDAF51A}"/>
          </ac:spMkLst>
        </pc:spChg>
        <pc:spChg chg="add del mod">
          <ac:chgData name="Gadam Gurban" userId="9fa804240d506e78" providerId="Windows Live" clId="Web-{67097E2A-E7A9-4499-896D-4BD9E287EED2}" dt="2026-01-14T09:07:41.199" v="166"/>
          <ac:spMkLst>
            <pc:docMk/>
            <pc:sldMk cId="1242800155" sldId="258"/>
            <ac:spMk id="8" creationId="{470D1280-E99F-68C9-F945-5A810524D64B}"/>
          </ac:spMkLst>
        </pc:spChg>
        <pc:spChg chg="add mod">
          <ac:chgData name="Gadam Gurban" userId="9fa804240d506e78" providerId="Windows Live" clId="Web-{67097E2A-E7A9-4499-896D-4BD9E287EED2}" dt="2026-01-14T09:14:31.230" v="234" actId="20577"/>
          <ac:spMkLst>
            <pc:docMk/>
            <pc:sldMk cId="1242800155" sldId="258"/>
            <ac:spMk id="9" creationId="{C57D1474-4044-273B-7A81-98D774E6408E}"/>
          </ac:spMkLst>
        </pc:spChg>
      </pc:sldChg>
      <pc:sldChg chg="new del">
        <pc:chgData name="Gadam Gurban" userId="9fa804240d506e78" providerId="Windows Live" clId="Web-{67097E2A-E7A9-4499-896D-4BD9E287EED2}" dt="2026-01-14T09:11:58.340" v="213"/>
        <pc:sldMkLst>
          <pc:docMk/>
          <pc:sldMk cId="2486578829" sldId="259"/>
        </pc:sldMkLst>
      </pc:sldChg>
      <pc:sldChg chg="addSp delSp modSp add replId">
        <pc:chgData name="Gadam Gurban" userId="9fa804240d506e78" providerId="Windows Live" clId="Web-{67097E2A-E7A9-4499-896D-4BD9E287EED2}" dt="2026-01-14T09:14:48.433" v="238"/>
        <pc:sldMkLst>
          <pc:docMk/>
          <pc:sldMk cId="3309823951" sldId="260"/>
        </pc:sldMkLst>
        <pc:spChg chg="add del mod">
          <ac:chgData name="Gadam Gurban" userId="9fa804240d506e78" providerId="Windows Live" clId="Web-{67097E2A-E7A9-4499-896D-4BD9E287EED2}" dt="2026-01-14T09:14:48.433" v="238"/>
          <ac:spMkLst>
            <pc:docMk/>
            <pc:sldMk cId="3309823951" sldId="260"/>
            <ac:spMk id="2" creationId="{51AE7E7B-44EA-690C-4632-CAA075AE7F62}"/>
          </ac:spMkLst>
        </pc:spChg>
        <pc:spChg chg="mod">
          <ac:chgData name="Gadam Gurban" userId="9fa804240d506e78" providerId="Windows Live" clId="Web-{67097E2A-E7A9-4499-896D-4BD9E287EED2}" dt="2026-01-14T09:14:09.137" v="232" actId="20577"/>
          <ac:spMkLst>
            <pc:docMk/>
            <pc:sldMk cId="3309823951" sldId="260"/>
            <ac:spMk id="9" creationId="{A9330C9F-BD91-BBEB-3AEC-F152E524CD72}"/>
          </ac:spMkLst>
        </pc:spChg>
      </pc:sldChg>
      <pc:sldChg chg="modSp add replId">
        <pc:chgData name="Gadam Gurban" userId="9fa804240d506e78" providerId="Windows Live" clId="Web-{67097E2A-E7A9-4499-896D-4BD9E287EED2}" dt="2026-01-14T09:17:21.433" v="258" actId="20577"/>
        <pc:sldMkLst>
          <pc:docMk/>
          <pc:sldMk cId="3746491774" sldId="261"/>
        </pc:sldMkLst>
        <pc:spChg chg="mod">
          <ac:chgData name="Gadam Gurban" userId="9fa804240d506e78" providerId="Windows Live" clId="Web-{67097E2A-E7A9-4499-896D-4BD9E287EED2}" dt="2026-01-14T09:17:21.433" v="258" actId="20577"/>
          <ac:spMkLst>
            <pc:docMk/>
            <pc:sldMk cId="3746491774" sldId="261"/>
            <ac:spMk id="9" creationId="{59F3A9EF-7118-A136-50E9-8D0FE55490B8}"/>
          </ac:spMkLst>
        </pc:spChg>
      </pc:sldChg>
      <pc:sldChg chg="addSp modSp new">
        <pc:chgData name="Gadam Gurban" userId="9fa804240d506e78" providerId="Windows Live" clId="Web-{67097E2A-E7A9-4499-896D-4BD9E287EED2}" dt="2026-01-14T09:23:16.573" v="349" actId="20577"/>
        <pc:sldMkLst>
          <pc:docMk/>
          <pc:sldMk cId="215097233" sldId="262"/>
        </pc:sldMkLst>
        <pc:spChg chg="add mod">
          <ac:chgData name="Gadam Gurban" userId="9fa804240d506e78" providerId="Windows Live" clId="Web-{67097E2A-E7A9-4499-896D-4BD9E287EED2}" dt="2026-01-14T09:23:16.573" v="349" actId="20577"/>
          <ac:spMkLst>
            <pc:docMk/>
            <pc:sldMk cId="215097233" sldId="262"/>
            <ac:spMk id="5" creationId="{06EE4806-19CE-3D8C-4CB2-EAF55299FB9A}"/>
          </ac:spMkLst>
        </pc:spChg>
      </pc:sldChg>
      <pc:sldChg chg="addSp delSp modSp new">
        <pc:chgData name="Gadam Gurban" userId="9fa804240d506e78" providerId="Windows Live" clId="Web-{67097E2A-E7A9-4499-896D-4BD9E287EED2}" dt="2026-01-14T09:29:19.010" v="382" actId="20577"/>
        <pc:sldMkLst>
          <pc:docMk/>
          <pc:sldMk cId="1788541704" sldId="263"/>
        </pc:sldMkLst>
        <pc:spChg chg="add del">
          <ac:chgData name="Gadam Gurban" userId="9fa804240d506e78" providerId="Windows Live" clId="Web-{67097E2A-E7A9-4499-896D-4BD9E287EED2}" dt="2026-01-14T09:25:11.838" v="352"/>
          <ac:spMkLst>
            <pc:docMk/>
            <pc:sldMk cId="1788541704" sldId="263"/>
            <ac:spMk id="5" creationId="{1FEEAA90-4996-53FD-1EDC-AB59A756EF3F}"/>
          </ac:spMkLst>
        </pc:spChg>
        <pc:spChg chg="add del">
          <ac:chgData name="Gadam Gurban" userId="9fa804240d506e78" providerId="Windows Live" clId="Web-{67097E2A-E7A9-4499-896D-4BD9E287EED2}" dt="2026-01-14T09:26:37.510" v="360"/>
          <ac:spMkLst>
            <pc:docMk/>
            <pc:sldMk cId="1788541704" sldId="263"/>
            <ac:spMk id="6" creationId="{126A9A0B-5AA1-4981-3F21-D2627DC63420}"/>
          </ac:spMkLst>
        </pc:spChg>
        <pc:spChg chg="add del">
          <ac:chgData name="Gadam Gurban" userId="9fa804240d506e78" providerId="Windows Live" clId="Web-{67097E2A-E7A9-4499-896D-4BD9E287EED2}" dt="2026-01-14T09:29:01.650" v="372"/>
          <ac:spMkLst>
            <pc:docMk/>
            <pc:sldMk cId="1788541704" sldId="263"/>
            <ac:spMk id="8" creationId="{7EE704E7-0236-0077-58DD-D70B2AE53675}"/>
          </ac:spMkLst>
        </pc:spChg>
        <pc:spChg chg="add mod">
          <ac:chgData name="Gadam Gurban" userId="9fa804240d506e78" providerId="Windows Live" clId="Web-{67097E2A-E7A9-4499-896D-4BD9E287EED2}" dt="2026-01-14T09:29:19.010" v="382" actId="20577"/>
          <ac:spMkLst>
            <pc:docMk/>
            <pc:sldMk cId="1788541704" sldId="263"/>
            <ac:spMk id="10" creationId="{4B68A8DD-F996-BBE9-44BF-35257D20C62E}"/>
          </ac:spMkLst>
        </pc:spChg>
        <pc:picChg chg="add del mod">
          <ac:chgData name="Gadam Gurban" userId="9fa804240d506e78" providerId="Windows Live" clId="Web-{67097E2A-E7A9-4499-896D-4BD9E287EED2}" dt="2026-01-14T09:28:07.697" v="363"/>
          <ac:picMkLst>
            <pc:docMk/>
            <pc:sldMk cId="1788541704" sldId="263"/>
            <ac:picMk id="7" creationId="{38119114-7DE7-C649-6697-0C5F26AE6F2A}"/>
          </ac:picMkLst>
        </pc:picChg>
        <pc:picChg chg="add mod">
          <ac:chgData name="Gadam Gurban" userId="9fa804240d506e78" providerId="Windows Live" clId="Web-{67097E2A-E7A9-4499-896D-4BD9E287EED2}" dt="2026-01-14T09:28:59.728" v="371" actId="1076"/>
          <ac:picMkLst>
            <pc:docMk/>
            <pc:sldMk cId="1788541704" sldId="263"/>
            <ac:picMk id="9" creationId="{160FC51D-6377-EE29-C5F4-7E081E16038D}"/>
          </ac:picMkLst>
        </pc:picChg>
      </pc:sldChg>
      <pc:sldMasterChg chg="del delSldLayout">
        <pc:chgData name="Gadam Gurban" userId="9fa804240d506e78" providerId="Windows Live" clId="Web-{67097E2A-E7A9-4499-896D-4BD9E287EED2}" dt="2026-01-14T08:44:08.125" v="0"/>
        <pc:sldMasterMkLst>
          <pc:docMk/>
          <pc:sldMasterMk cId="2460954070" sldId="2147483660"/>
        </pc:sldMasterMkLst>
        <pc:sldLayoutChg chg="del">
          <pc:chgData name="Gadam Gurban" userId="9fa804240d506e78" providerId="Windows Live" clId="Web-{67097E2A-E7A9-4499-896D-4BD9E287EED2}" dt="2026-01-14T08:44:08.125" v="0"/>
          <pc:sldLayoutMkLst>
            <pc:docMk/>
            <pc:sldMasterMk cId="2460954070" sldId="2147483660"/>
            <pc:sldLayoutMk cId="2385387890" sldId="2147483661"/>
          </pc:sldLayoutMkLst>
        </pc:sldLayoutChg>
        <pc:sldLayoutChg chg="del">
          <pc:chgData name="Gadam Gurban" userId="9fa804240d506e78" providerId="Windows Live" clId="Web-{67097E2A-E7A9-4499-896D-4BD9E287EED2}" dt="2026-01-14T08:44:08.125" v="0"/>
          <pc:sldLayoutMkLst>
            <pc:docMk/>
            <pc:sldMasterMk cId="2460954070" sldId="2147483660"/>
            <pc:sldLayoutMk cId="949138452" sldId="2147483662"/>
          </pc:sldLayoutMkLst>
        </pc:sldLayoutChg>
        <pc:sldLayoutChg chg="del">
          <pc:chgData name="Gadam Gurban" userId="9fa804240d506e78" providerId="Windows Live" clId="Web-{67097E2A-E7A9-4499-896D-4BD9E287EED2}" dt="2026-01-14T08:44:08.125" v="0"/>
          <pc:sldLayoutMkLst>
            <pc:docMk/>
            <pc:sldMasterMk cId="2460954070" sldId="2147483660"/>
            <pc:sldLayoutMk cId="2591524520" sldId="2147483663"/>
          </pc:sldLayoutMkLst>
        </pc:sldLayoutChg>
        <pc:sldLayoutChg chg="del">
          <pc:chgData name="Gadam Gurban" userId="9fa804240d506e78" providerId="Windows Live" clId="Web-{67097E2A-E7A9-4499-896D-4BD9E287EED2}" dt="2026-01-14T08:44:08.125" v="0"/>
          <pc:sldLayoutMkLst>
            <pc:docMk/>
            <pc:sldMasterMk cId="2460954070" sldId="2147483660"/>
            <pc:sldLayoutMk cId="1203092039" sldId="2147483664"/>
          </pc:sldLayoutMkLst>
        </pc:sldLayoutChg>
        <pc:sldLayoutChg chg="del">
          <pc:chgData name="Gadam Gurban" userId="9fa804240d506e78" providerId="Windows Live" clId="Web-{67097E2A-E7A9-4499-896D-4BD9E287EED2}" dt="2026-01-14T08:44:08.125" v="0"/>
          <pc:sldLayoutMkLst>
            <pc:docMk/>
            <pc:sldMasterMk cId="2460954070" sldId="2147483660"/>
            <pc:sldLayoutMk cId="3733172339" sldId="2147483665"/>
          </pc:sldLayoutMkLst>
        </pc:sldLayoutChg>
        <pc:sldLayoutChg chg="del">
          <pc:chgData name="Gadam Gurban" userId="9fa804240d506e78" providerId="Windows Live" clId="Web-{67097E2A-E7A9-4499-896D-4BD9E287EED2}" dt="2026-01-14T08:44:08.125" v="0"/>
          <pc:sldLayoutMkLst>
            <pc:docMk/>
            <pc:sldMasterMk cId="2460954070" sldId="2147483660"/>
            <pc:sldLayoutMk cId="3210312558" sldId="2147483666"/>
          </pc:sldLayoutMkLst>
        </pc:sldLayoutChg>
        <pc:sldLayoutChg chg="del">
          <pc:chgData name="Gadam Gurban" userId="9fa804240d506e78" providerId="Windows Live" clId="Web-{67097E2A-E7A9-4499-896D-4BD9E287EED2}" dt="2026-01-14T08:44:08.125" v="0"/>
          <pc:sldLayoutMkLst>
            <pc:docMk/>
            <pc:sldMasterMk cId="2460954070" sldId="2147483660"/>
            <pc:sldLayoutMk cId="3146388984" sldId="2147483667"/>
          </pc:sldLayoutMkLst>
        </pc:sldLayoutChg>
        <pc:sldLayoutChg chg="del">
          <pc:chgData name="Gadam Gurban" userId="9fa804240d506e78" providerId="Windows Live" clId="Web-{67097E2A-E7A9-4499-896D-4BD9E287EED2}" dt="2026-01-14T08:44:08.125" v="0"/>
          <pc:sldLayoutMkLst>
            <pc:docMk/>
            <pc:sldMasterMk cId="2460954070" sldId="2147483660"/>
            <pc:sldLayoutMk cId="3171841454" sldId="2147483668"/>
          </pc:sldLayoutMkLst>
        </pc:sldLayoutChg>
        <pc:sldLayoutChg chg="del">
          <pc:chgData name="Gadam Gurban" userId="9fa804240d506e78" providerId="Windows Live" clId="Web-{67097E2A-E7A9-4499-896D-4BD9E287EED2}" dt="2026-01-14T08:44:08.125" v="0"/>
          <pc:sldLayoutMkLst>
            <pc:docMk/>
            <pc:sldMasterMk cId="2460954070" sldId="2147483660"/>
            <pc:sldLayoutMk cId="1718958274" sldId="2147483669"/>
          </pc:sldLayoutMkLst>
        </pc:sldLayoutChg>
        <pc:sldLayoutChg chg="del">
          <pc:chgData name="Gadam Gurban" userId="9fa804240d506e78" providerId="Windows Live" clId="Web-{67097E2A-E7A9-4499-896D-4BD9E287EED2}" dt="2026-01-14T08:44:08.125" v="0"/>
          <pc:sldLayoutMkLst>
            <pc:docMk/>
            <pc:sldMasterMk cId="2460954070" sldId="2147483660"/>
            <pc:sldLayoutMk cId="2202905451" sldId="2147483670"/>
          </pc:sldLayoutMkLst>
        </pc:sldLayoutChg>
        <pc:sldLayoutChg chg="del">
          <pc:chgData name="Gadam Gurban" userId="9fa804240d506e78" providerId="Windows Live" clId="Web-{67097E2A-E7A9-4499-896D-4BD9E287EED2}" dt="2026-01-14T08:44:08.125" v="0"/>
          <pc:sldLayoutMkLst>
            <pc:docMk/>
            <pc:sldMasterMk cId="2460954070" sldId="2147483660"/>
            <pc:sldLayoutMk cId="3479445657" sldId="2147483671"/>
          </pc:sldLayoutMkLst>
        </pc:sldLayoutChg>
      </pc:sldMasterChg>
      <pc:sldMasterChg chg="add del addSldLayout delSldLayout modSldLayout">
        <pc:chgData name="Gadam Gurban" userId="9fa804240d506e78" providerId="Windows Live" clId="Web-{67097E2A-E7A9-4499-896D-4BD9E287EED2}" dt="2026-01-14T08:44:22.687" v="1"/>
        <pc:sldMasterMkLst>
          <pc:docMk/>
          <pc:sldMasterMk cId="2294923440" sldId="2147483672"/>
        </pc:sldMasterMkLst>
        <pc:sldLayoutChg chg="add del mod replId">
          <pc:chgData name="Gadam Gurban" userId="9fa804240d506e78" providerId="Windows Live" clId="Web-{67097E2A-E7A9-4499-896D-4BD9E287EED2}" dt="2026-01-14T08:44:22.687" v="1"/>
          <pc:sldLayoutMkLst>
            <pc:docMk/>
            <pc:sldMasterMk cId="2294923440" sldId="2147483672"/>
            <pc:sldLayoutMk cId="233852506" sldId="2147483673"/>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848721633" sldId="2147483674"/>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542250723" sldId="2147483675"/>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3302257717" sldId="2147483676"/>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3729785100" sldId="2147483677"/>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394690698" sldId="2147483678"/>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2985910257" sldId="2147483679"/>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3918494921" sldId="2147483680"/>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209841933" sldId="2147483681"/>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925114287" sldId="2147483682"/>
          </pc:sldLayoutMkLst>
        </pc:sldLayoutChg>
        <pc:sldLayoutChg chg="add del mod replId">
          <pc:chgData name="Gadam Gurban" userId="9fa804240d506e78" providerId="Windows Live" clId="Web-{67097E2A-E7A9-4499-896D-4BD9E287EED2}" dt="2026-01-14T08:44:22.687" v="1"/>
          <pc:sldLayoutMkLst>
            <pc:docMk/>
            <pc:sldMasterMk cId="2294923440" sldId="2147483672"/>
            <pc:sldLayoutMk cId="2514443694" sldId="2147483683"/>
          </pc:sldLayoutMkLst>
        </pc:sldLayoutChg>
      </pc:sldMasterChg>
      <pc:sldMasterChg chg="add del addSldLayout delSldLayout modSldLayout">
        <pc:chgData name="Gadam Gurban" userId="9fa804240d506e78" providerId="Windows Live" clId="Web-{67097E2A-E7A9-4499-896D-4BD9E287EED2}" dt="2026-01-14T08:44:36.953" v="2"/>
        <pc:sldMasterMkLst>
          <pc:docMk/>
          <pc:sldMasterMk cId="2422261846" sldId="2147483684"/>
        </pc:sldMasterMkLst>
        <pc:sldLayoutChg chg="add del mod replId">
          <pc:chgData name="Gadam Gurban" userId="9fa804240d506e78" providerId="Windows Live" clId="Web-{67097E2A-E7A9-4499-896D-4BD9E287EED2}" dt="2026-01-14T08:44:36.953" v="2"/>
          <pc:sldLayoutMkLst>
            <pc:docMk/>
            <pc:sldMasterMk cId="2422261846" sldId="2147483684"/>
            <pc:sldLayoutMk cId="3360559661" sldId="2147483685"/>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1475740391" sldId="2147483686"/>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2799251978" sldId="2147483687"/>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1626915886" sldId="2147483688"/>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3121571211" sldId="2147483689"/>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3912045232" sldId="2147483690"/>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4233655863" sldId="2147483691"/>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4003702825" sldId="2147483692"/>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1749927927" sldId="2147483693"/>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2805441527" sldId="2147483694"/>
          </pc:sldLayoutMkLst>
        </pc:sldLayoutChg>
        <pc:sldLayoutChg chg="add del mod replId">
          <pc:chgData name="Gadam Gurban" userId="9fa804240d506e78" providerId="Windows Live" clId="Web-{67097E2A-E7A9-4499-896D-4BD9E287EED2}" dt="2026-01-14T08:44:36.953" v="2"/>
          <pc:sldLayoutMkLst>
            <pc:docMk/>
            <pc:sldMasterMk cId="2422261846" sldId="2147483684"/>
            <pc:sldLayoutMk cId="2468667751" sldId="2147483695"/>
          </pc:sldLayoutMkLst>
        </pc:sldLayoutChg>
      </pc:sldMasterChg>
      <pc:sldMasterChg chg="add del addSldLayout delSldLayout modSldLayout">
        <pc:chgData name="Gadam Gurban" userId="9fa804240d506e78" providerId="Windows Live" clId="Web-{67097E2A-E7A9-4499-896D-4BD9E287EED2}" dt="2026-01-14T08:44:43.719" v="3"/>
        <pc:sldMasterMkLst>
          <pc:docMk/>
          <pc:sldMasterMk cId="1504273409" sldId="2147483696"/>
        </pc:sldMasterMkLst>
        <pc:sldLayoutChg chg="add del mod replId">
          <pc:chgData name="Gadam Gurban" userId="9fa804240d506e78" providerId="Windows Live" clId="Web-{67097E2A-E7A9-4499-896D-4BD9E287EED2}" dt="2026-01-14T08:44:43.719" v="3"/>
          <pc:sldLayoutMkLst>
            <pc:docMk/>
            <pc:sldMasterMk cId="1504273409" sldId="2147483696"/>
            <pc:sldLayoutMk cId="1533747786" sldId="2147483697"/>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1734381285" sldId="2147483698"/>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629756731" sldId="2147483699"/>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4137627754" sldId="2147483700"/>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2727325670" sldId="2147483701"/>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701085055" sldId="2147483702"/>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1151753209" sldId="2147483703"/>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77758161" sldId="2147483704"/>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1906179306" sldId="2147483705"/>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991662184" sldId="2147483706"/>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1663402377" sldId="2147483707"/>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1824117309" sldId="2147483708"/>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1290599584" sldId="2147483709"/>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2756805502" sldId="2147483710"/>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4077035651" sldId="2147483711"/>
          </pc:sldLayoutMkLst>
        </pc:sldLayoutChg>
        <pc:sldLayoutChg chg="add del mod replId">
          <pc:chgData name="Gadam Gurban" userId="9fa804240d506e78" providerId="Windows Live" clId="Web-{67097E2A-E7A9-4499-896D-4BD9E287EED2}" dt="2026-01-14T08:44:43.719" v="3"/>
          <pc:sldLayoutMkLst>
            <pc:docMk/>
            <pc:sldMasterMk cId="1504273409" sldId="2147483696"/>
            <pc:sldLayoutMk cId="2005181131" sldId="2147483712"/>
          </pc:sldLayoutMkLst>
        </pc:sldLayoutChg>
      </pc:sldMasterChg>
      <pc:sldMasterChg chg="add addSldLayout modSldLayout">
        <pc:chgData name="Gadam Gurban" userId="9fa804240d506e78" providerId="Windows Live" clId="Web-{67097E2A-E7A9-4499-896D-4BD9E287EED2}" dt="2026-01-14T08:44:43.719" v="3"/>
        <pc:sldMasterMkLst>
          <pc:docMk/>
          <pc:sldMasterMk cId="1130812963" sldId="2147483713"/>
        </pc:sldMasterMkLst>
        <pc:sldLayoutChg chg="add mod replId">
          <pc:chgData name="Gadam Gurban" userId="9fa804240d506e78" providerId="Windows Live" clId="Web-{67097E2A-E7A9-4499-896D-4BD9E287EED2}" dt="2026-01-14T08:44:43.719" v="3"/>
          <pc:sldLayoutMkLst>
            <pc:docMk/>
            <pc:sldMasterMk cId="1130812963" sldId="2147483713"/>
            <pc:sldLayoutMk cId="881860198" sldId="2147483714"/>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3799978046" sldId="2147483715"/>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2688145010" sldId="2147483716"/>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3044670246" sldId="2147483717"/>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187221073" sldId="2147483718"/>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1373353160" sldId="2147483719"/>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3099120800" sldId="2147483720"/>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2107570146" sldId="2147483721"/>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2749658010" sldId="2147483722"/>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1729565082" sldId="2147483723"/>
          </pc:sldLayoutMkLst>
        </pc:sldLayoutChg>
        <pc:sldLayoutChg chg="add mod replId">
          <pc:chgData name="Gadam Gurban" userId="9fa804240d506e78" providerId="Windows Live" clId="Web-{67097E2A-E7A9-4499-896D-4BD9E287EED2}" dt="2026-01-14T08:44:43.719" v="3"/>
          <pc:sldLayoutMkLst>
            <pc:docMk/>
            <pc:sldMasterMk cId="1130812963" sldId="2147483713"/>
            <pc:sldLayoutMk cId="2818494514" sldId="2147483724"/>
          </pc:sldLayoutMkLst>
        </pc:sldLayoutChg>
      </pc:sldMaster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9D6F5-A9D4-C22B-732C-A31A172FB93C}"/>
              </a:ext>
            </a:extLst>
          </p:cNvPr>
          <p:cNvSpPr>
            <a:spLocks noGrp="1"/>
          </p:cNvSpPr>
          <p:nvPr>
            <p:ph type="ctrTitle"/>
          </p:nvPr>
        </p:nvSpPr>
        <p:spPr>
          <a:xfrm>
            <a:off x="1524000" y="1122363"/>
            <a:ext cx="9144000" cy="2209393"/>
          </a:xfrm>
        </p:spPr>
        <p:txBody>
          <a:bodyPr anchor="b">
            <a:normAutofit/>
          </a:bodyPr>
          <a:lstStyle>
            <a:lvl1pPr algn="ctr">
              <a:defRPr sz="3600"/>
            </a:lvl1pPr>
          </a:lstStyle>
          <a:p>
            <a:r>
              <a:rPr lang="en-US"/>
              <a:t>Click to edit Master title style</a:t>
            </a:r>
          </a:p>
        </p:txBody>
      </p:sp>
      <p:sp>
        <p:nvSpPr>
          <p:cNvPr id="3" name="Subtitle 2">
            <a:extLst>
              <a:ext uri="{FF2B5EF4-FFF2-40B4-BE49-F238E27FC236}">
                <a16:creationId xmlns:a16="http://schemas.microsoft.com/office/drawing/2014/main" id="{E11AFD6E-3459-290F-1147-F0C47ACEEA5B}"/>
              </a:ext>
            </a:extLst>
          </p:cNvPr>
          <p:cNvSpPr>
            <a:spLocks noGrp="1"/>
          </p:cNvSpPr>
          <p:nvPr>
            <p:ph type="subTitle" idx="1"/>
          </p:nvPr>
        </p:nvSpPr>
        <p:spPr>
          <a:xfrm>
            <a:off x="1524000" y="4346774"/>
            <a:ext cx="9144000" cy="1066890"/>
          </a:xfrm>
        </p:spPr>
        <p:txBody>
          <a:bodyPr anchor="t">
            <a:normAutofit/>
          </a:bodyPr>
          <a:lstStyle>
            <a:lvl1pPr marL="0" indent="0" algn="ctr">
              <a:buNone/>
              <a:defRPr sz="1600" cap="all" spc="300" baseline="0"/>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54674D3-6FB9-5549-B0F2-FD61E82D1FF1}"/>
              </a:ext>
            </a:extLst>
          </p:cNvPr>
          <p:cNvSpPr>
            <a:spLocks noGrp="1"/>
          </p:cNvSpPr>
          <p:nvPr>
            <p:ph type="dt" sz="half" idx="10"/>
          </p:nvPr>
        </p:nvSpPr>
        <p:spPr/>
        <p:txBody>
          <a:bodyPr/>
          <a:lstStyle/>
          <a:p>
            <a:fld id="{807E39B8-A7CB-4B82-AC0C-44B99F546761}" type="datetimeFigureOut">
              <a:rPr lang="en-US" dirty="0"/>
              <a:t>1/14/2026</a:t>
            </a:fld>
            <a:endParaRPr lang="en-US"/>
          </a:p>
        </p:txBody>
      </p:sp>
      <p:sp>
        <p:nvSpPr>
          <p:cNvPr id="5" name="Footer Placeholder 4">
            <a:extLst>
              <a:ext uri="{FF2B5EF4-FFF2-40B4-BE49-F238E27FC236}">
                <a16:creationId xmlns:a16="http://schemas.microsoft.com/office/drawing/2014/main" id="{AB239BBC-C979-2C77-493E-CF5498AEB5DB}"/>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53813B7E-A51C-D9CD-2189-650A9D63BFF9}"/>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8818601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155F0-A6D4-C39B-394F-0B16E9C9CE8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D1860F-B260-57CE-E12B-2C94860319E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F745C9F-D94D-E5D3-B73A-20621FA536D5}"/>
              </a:ext>
            </a:extLst>
          </p:cNvPr>
          <p:cNvSpPr>
            <a:spLocks noGrp="1"/>
          </p:cNvSpPr>
          <p:nvPr>
            <p:ph type="dt" sz="half" idx="10"/>
          </p:nvPr>
        </p:nvSpPr>
        <p:spPr/>
        <p:txBody>
          <a:bodyPr/>
          <a:lstStyle/>
          <a:p>
            <a:fld id="{FE7E3940-CA92-4FEE-A698-62CF7BC5AC36}" type="datetimeFigureOut">
              <a:rPr lang="en-US" dirty="0"/>
              <a:t>1/14/2026</a:t>
            </a:fld>
            <a:endParaRPr lang="en-US"/>
          </a:p>
        </p:txBody>
      </p:sp>
      <p:sp>
        <p:nvSpPr>
          <p:cNvPr id="5" name="Footer Placeholder 4">
            <a:extLst>
              <a:ext uri="{FF2B5EF4-FFF2-40B4-BE49-F238E27FC236}">
                <a16:creationId xmlns:a16="http://schemas.microsoft.com/office/drawing/2014/main" id="{E5FAB243-BB42-966A-4708-15C9B11D6885}"/>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D5C3A3BD-2CC5-03D3-4CD6-E31A55BA2D23}"/>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37999780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D8633-AC3B-E617-1C54-84932DDD72E5}"/>
              </a:ext>
            </a:extLst>
          </p:cNvPr>
          <p:cNvSpPr>
            <a:spLocks noGrp="1"/>
          </p:cNvSpPr>
          <p:nvPr>
            <p:ph type="title"/>
          </p:nvPr>
        </p:nvSpPr>
        <p:spPr>
          <a:xfrm>
            <a:off x="1474236" y="1514688"/>
            <a:ext cx="8584164" cy="3138875"/>
          </a:xfrm>
        </p:spPr>
        <p:txBody>
          <a:bodyPr anchor="b">
            <a:normAutofit/>
          </a:bodyPr>
          <a:lstStyle>
            <a:lvl1pPr>
              <a:defRPr sz="3600" cap="all" spc="300" baseline="0"/>
            </a:lvl1pPr>
          </a:lstStyle>
          <a:p>
            <a:r>
              <a:rPr lang="en-US"/>
              <a:t>Click to edit Master title style</a:t>
            </a:r>
          </a:p>
        </p:txBody>
      </p:sp>
      <p:sp>
        <p:nvSpPr>
          <p:cNvPr id="3" name="Text Placeholder 2">
            <a:extLst>
              <a:ext uri="{FF2B5EF4-FFF2-40B4-BE49-F238E27FC236}">
                <a16:creationId xmlns:a16="http://schemas.microsoft.com/office/drawing/2014/main" id="{CF68C242-ECAB-AEC3-7E9B-F9854AF31CD2}"/>
              </a:ext>
            </a:extLst>
          </p:cNvPr>
          <p:cNvSpPr>
            <a:spLocks noGrp="1"/>
          </p:cNvSpPr>
          <p:nvPr>
            <p:ph type="body" idx="1"/>
          </p:nvPr>
        </p:nvSpPr>
        <p:spPr>
          <a:xfrm>
            <a:off x="1474236" y="4963885"/>
            <a:ext cx="8584165" cy="1125765"/>
          </a:xfrm>
        </p:spPr>
        <p:txBody>
          <a:bodyPr>
            <a:normAutofit/>
          </a:bodyPr>
          <a:lstStyle>
            <a:lvl1pPr marL="0" indent="0">
              <a:buNone/>
              <a:defRPr sz="1600" cap="all" spc="300" baseline="0">
                <a:solidFill>
                  <a:schemeClr val="tx2"/>
                </a:solidFill>
              </a:defRPr>
            </a:lvl1pPr>
            <a:lvl2pPr marL="457200" indent="0">
              <a:buNone/>
              <a:defRPr sz="1600">
                <a:solidFill>
                  <a:schemeClr val="tx1">
                    <a:tint val="82000"/>
                  </a:schemeClr>
                </a:solidFill>
              </a:defRPr>
            </a:lvl2pPr>
            <a:lvl3pPr marL="914400" indent="0">
              <a:buNone/>
              <a:defRPr sz="16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20D9B82-EEF4-2CD7-61FE-BAFB2B96D641}"/>
              </a:ext>
            </a:extLst>
          </p:cNvPr>
          <p:cNvSpPr>
            <a:spLocks noGrp="1"/>
          </p:cNvSpPr>
          <p:nvPr>
            <p:ph type="dt" sz="half" idx="10"/>
          </p:nvPr>
        </p:nvSpPr>
        <p:spPr/>
        <p:txBody>
          <a:bodyPr/>
          <a:lstStyle/>
          <a:p>
            <a:fld id="{E33CD641-6C35-45D1-9313-2719E9EA8AD8}" type="datetimeFigureOut">
              <a:rPr lang="en-US" dirty="0"/>
              <a:t>1/14/2026</a:t>
            </a:fld>
            <a:endParaRPr lang="en-US"/>
          </a:p>
        </p:txBody>
      </p:sp>
      <p:sp>
        <p:nvSpPr>
          <p:cNvPr id="5" name="Footer Placeholder 4">
            <a:extLst>
              <a:ext uri="{FF2B5EF4-FFF2-40B4-BE49-F238E27FC236}">
                <a16:creationId xmlns:a16="http://schemas.microsoft.com/office/drawing/2014/main" id="{59A222B6-F7A8-70A5-B023-FCAD5D7C4BB1}"/>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4E85D758-2E38-8A8D-75BC-667F6A23B95B}"/>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26881450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60DFF-11BD-F5F4-35D4-1986ABBD367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C5D1279-E9A9-702E-144D-61114B788E88}"/>
              </a:ext>
            </a:extLst>
          </p:cNvPr>
          <p:cNvSpPr>
            <a:spLocks noGrp="1"/>
          </p:cNvSpPr>
          <p:nvPr>
            <p:ph sz="half" idx="1"/>
          </p:nvPr>
        </p:nvSpPr>
        <p:spPr>
          <a:xfrm>
            <a:off x="877824" y="2159175"/>
            <a:ext cx="4977453" cy="40177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584E624-7A76-56EC-FA0D-E2AA8EF9B951}"/>
              </a:ext>
            </a:extLst>
          </p:cNvPr>
          <p:cNvSpPr>
            <a:spLocks noGrp="1"/>
          </p:cNvSpPr>
          <p:nvPr>
            <p:ph sz="half" idx="2"/>
          </p:nvPr>
        </p:nvSpPr>
        <p:spPr>
          <a:xfrm>
            <a:off x="6328391" y="2159175"/>
            <a:ext cx="4985785" cy="40177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99D7DF5-30AD-AE47-D516-5CEE82770734}"/>
              </a:ext>
            </a:extLst>
          </p:cNvPr>
          <p:cNvSpPr>
            <a:spLocks noGrp="1"/>
          </p:cNvSpPr>
          <p:nvPr>
            <p:ph type="dt" sz="half" idx="10"/>
          </p:nvPr>
        </p:nvSpPr>
        <p:spPr/>
        <p:txBody>
          <a:bodyPr/>
          <a:lstStyle/>
          <a:p>
            <a:fld id="{35301268-3A74-4110-8F08-063DFB8BB885}" type="datetimeFigureOut">
              <a:rPr lang="en-US" dirty="0"/>
              <a:t>1/14/2026</a:t>
            </a:fld>
            <a:endParaRPr lang="en-US"/>
          </a:p>
        </p:txBody>
      </p:sp>
      <p:sp>
        <p:nvSpPr>
          <p:cNvPr id="6" name="Footer Placeholder 5">
            <a:extLst>
              <a:ext uri="{FF2B5EF4-FFF2-40B4-BE49-F238E27FC236}">
                <a16:creationId xmlns:a16="http://schemas.microsoft.com/office/drawing/2014/main" id="{8B05C503-B649-B083-6341-F6E376AF8C72}"/>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1E53EA35-CF5A-DB36-8B14-5C184B6F14D3}"/>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30446702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BA3D8-FDD9-329B-BCC6-BBF47F01BEE2}"/>
              </a:ext>
            </a:extLst>
          </p:cNvPr>
          <p:cNvSpPr>
            <a:spLocks noGrp="1"/>
          </p:cNvSpPr>
          <p:nvPr>
            <p:ph type="title"/>
          </p:nvPr>
        </p:nvSpPr>
        <p:spPr>
          <a:xfrm>
            <a:off x="881348" y="602671"/>
            <a:ext cx="10429303" cy="768928"/>
          </a:xfrm>
        </p:spPr>
        <p:txBody>
          <a:bodyPr/>
          <a:lstStyle/>
          <a:p>
            <a:r>
              <a:rPr lang="en-US"/>
              <a:t>Click to edit Master title style</a:t>
            </a:r>
          </a:p>
        </p:txBody>
      </p:sp>
      <p:sp>
        <p:nvSpPr>
          <p:cNvPr id="3" name="Text Placeholder 2">
            <a:extLst>
              <a:ext uri="{FF2B5EF4-FFF2-40B4-BE49-F238E27FC236}">
                <a16:creationId xmlns:a16="http://schemas.microsoft.com/office/drawing/2014/main" id="{82EEF7DC-0699-CB3C-A7CB-39035D89A4A5}"/>
              </a:ext>
            </a:extLst>
          </p:cNvPr>
          <p:cNvSpPr>
            <a:spLocks noGrp="1"/>
          </p:cNvSpPr>
          <p:nvPr>
            <p:ph type="body" idx="1"/>
          </p:nvPr>
        </p:nvSpPr>
        <p:spPr>
          <a:xfrm>
            <a:off x="881349" y="1696325"/>
            <a:ext cx="4963538" cy="647700"/>
          </a:xfrm>
        </p:spPr>
        <p:txBody>
          <a:bodyPr anchor="b">
            <a:noAutofit/>
          </a:bodyPr>
          <a:lstStyle>
            <a:lvl1pPr marL="0" indent="0">
              <a:buNone/>
              <a:defRPr sz="1400" b="1" cap="all" spc="300" baseline="0"/>
            </a:lvl1pPr>
            <a:lvl2pPr marL="457200" indent="0">
              <a:buNone/>
              <a:defRPr sz="1400" b="1"/>
            </a:lvl2pPr>
            <a:lvl3pPr marL="914400" indent="0">
              <a:buNone/>
              <a:defRPr sz="1400" b="1"/>
            </a:lvl3pPr>
            <a:lvl4pPr marL="1371600" indent="0">
              <a:buNone/>
              <a:defRPr sz="1400" b="1"/>
            </a:lvl4pPr>
            <a:lvl5pPr marL="1828800" indent="0">
              <a:buNone/>
              <a:defRPr sz="1400" b="1"/>
            </a:lvl5pPr>
            <a:lvl6pPr marL="2286000" indent="0">
              <a:buNone/>
              <a:defRPr sz="1400" b="1"/>
            </a:lvl6pPr>
            <a:lvl7pPr marL="2743200" indent="0">
              <a:buNone/>
              <a:defRPr sz="1400" b="1"/>
            </a:lvl7pPr>
            <a:lvl8pPr marL="3200400" indent="0">
              <a:buNone/>
              <a:defRPr sz="1400" b="1"/>
            </a:lvl8pPr>
            <a:lvl9pPr marL="3657600" indent="0">
              <a:buNone/>
              <a:defRPr sz="1400" b="1"/>
            </a:lvl9pPr>
          </a:lstStyle>
          <a:p>
            <a:pPr lvl="0"/>
            <a:r>
              <a:rPr lang="en-US"/>
              <a:t>Click to edit Master text styles</a:t>
            </a:r>
          </a:p>
        </p:txBody>
      </p:sp>
      <p:sp>
        <p:nvSpPr>
          <p:cNvPr id="4" name="Content Placeholder 3">
            <a:extLst>
              <a:ext uri="{FF2B5EF4-FFF2-40B4-BE49-F238E27FC236}">
                <a16:creationId xmlns:a16="http://schemas.microsoft.com/office/drawing/2014/main" id="{D252EB40-99E1-CCA4-BAFA-F51AA56CF295}"/>
              </a:ext>
            </a:extLst>
          </p:cNvPr>
          <p:cNvSpPr>
            <a:spLocks noGrp="1"/>
          </p:cNvSpPr>
          <p:nvPr>
            <p:ph sz="half" idx="2"/>
          </p:nvPr>
        </p:nvSpPr>
        <p:spPr>
          <a:xfrm>
            <a:off x="881349" y="2344025"/>
            <a:ext cx="4963538" cy="38333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38979BC-6B50-751D-D569-F360938B05C8}"/>
              </a:ext>
            </a:extLst>
          </p:cNvPr>
          <p:cNvSpPr>
            <a:spLocks noGrp="1"/>
          </p:cNvSpPr>
          <p:nvPr>
            <p:ph type="body" sz="quarter" idx="3"/>
          </p:nvPr>
        </p:nvSpPr>
        <p:spPr>
          <a:xfrm>
            <a:off x="6322669" y="1696325"/>
            <a:ext cx="4987982" cy="647700"/>
          </a:xfrm>
        </p:spPr>
        <p:txBody>
          <a:bodyPr anchor="b">
            <a:noAutofit/>
          </a:bodyPr>
          <a:lstStyle>
            <a:lvl1pPr marL="0" indent="0">
              <a:buNone/>
              <a:defRPr sz="1400" b="1" cap="all" spc="300" baseline="0"/>
            </a:lvl1pPr>
            <a:lvl2pPr marL="457200" indent="0">
              <a:buNone/>
              <a:defRPr sz="1400" b="1"/>
            </a:lvl2pPr>
            <a:lvl3pPr marL="914400" indent="0">
              <a:buNone/>
              <a:defRPr sz="1400" b="1"/>
            </a:lvl3pPr>
            <a:lvl4pPr marL="1371600" indent="0">
              <a:buNone/>
              <a:defRPr sz="1400" b="1"/>
            </a:lvl4pPr>
            <a:lvl5pPr marL="1828800" indent="0">
              <a:buNone/>
              <a:defRPr sz="1400" b="1"/>
            </a:lvl5pPr>
            <a:lvl6pPr marL="2286000" indent="0">
              <a:buNone/>
              <a:defRPr sz="1400" b="1"/>
            </a:lvl6pPr>
            <a:lvl7pPr marL="2743200" indent="0">
              <a:buNone/>
              <a:defRPr sz="1400" b="1"/>
            </a:lvl7pPr>
            <a:lvl8pPr marL="3200400" indent="0">
              <a:buNone/>
              <a:defRPr sz="1400" b="1"/>
            </a:lvl8pPr>
            <a:lvl9pPr marL="3657600" indent="0">
              <a:buNone/>
              <a:defRPr sz="1400" b="1"/>
            </a:lvl9pPr>
          </a:lstStyle>
          <a:p>
            <a:pPr lvl="0"/>
            <a:r>
              <a:rPr lang="en-US"/>
              <a:t>Click to edit Master text styles</a:t>
            </a:r>
          </a:p>
        </p:txBody>
      </p:sp>
      <p:sp>
        <p:nvSpPr>
          <p:cNvPr id="6" name="Content Placeholder 5">
            <a:extLst>
              <a:ext uri="{FF2B5EF4-FFF2-40B4-BE49-F238E27FC236}">
                <a16:creationId xmlns:a16="http://schemas.microsoft.com/office/drawing/2014/main" id="{84A3A26F-230E-2D25-6BDC-6ECA00FAEFD5}"/>
              </a:ext>
            </a:extLst>
          </p:cNvPr>
          <p:cNvSpPr>
            <a:spLocks noGrp="1"/>
          </p:cNvSpPr>
          <p:nvPr>
            <p:ph sz="quarter" idx="4"/>
          </p:nvPr>
        </p:nvSpPr>
        <p:spPr>
          <a:xfrm>
            <a:off x="6322669" y="2344025"/>
            <a:ext cx="4987982" cy="383337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8182A01-DE7C-3BA4-96FF-CDEF2F608FCA}"/>
              </a:ext>
            </a:extLst>
          </p:cNvPr>
          <p:cNvSpPr>
            <a:spLocks noGrp="1"/>
          </p:cNvSpPr>
          <p:nvPr>
            <p:ph type="dt" sz="half" idx="10"/>
          </p:nvPr>
        </p:nvSpPr>
        <p:spPr/>
        <p:txBody>
          <a:bodyPr/>
          <a:lstStyle/>
          <a:p>
            <a:fld id="{BF91C1AF-C1FB-48A7-98B4-E595E63F6614}" type="datetimeFigureOut">
              <a:rPr lang="en-US" dirty="0"/>
              <a:t>1/14/2026</a:t>
            </a:fld>
            <a:endParaRPr lang="en-US"/>
          </a:p>
        </p:txBody>
      </p:sp>
      <p:sp>
        <p:nvSpPr>
          <p:cNvPr id="8" name="Footer Placeholder 7">
            <a:extLst>
              <a:ext uri="{FF2B5EF4-FFF2-40B4-BE49-F238E27FC236}">
                <a16:creationId xmlns:a16="http://schemas.microsoft.com/office/drawing/2014/main" id="{6FCAA828-0166-8ECD-BCE8-654BEFDD7155}"/>
              </a:ext>
            </a:extLst>
          </p:cNvPr>
          <p:cNvSpPr>
            <a:spLocks noGrp="1"/>
          </p:cNvSpPr>
          <p:nvPr>
            <p:ph type="ftr" sz="quarter" idx="11"/>
          </p:nvPr>
        </p:nvSpPr>
        <p:spPr/>
        <p:txBody>
          <a:bodyPr/>
          <a:lstStyle/>
          <a:p>
            <a:r>
              <a:rPr lang="en-US"/>
              <a:t>
              </a:t>
            </a:r>
          </a:p>
        </p:txBody>
      </p:sp>
      <p:sp>
        <p:nvSpPr>
          <p:cNvPr id="9" name="Slide Number Placeholder 8">
            <a:extLst>
              <a:ext uri="{FF2B5EF4-FFF2-40B4-BE49-F238E27FC236}">
                <a16:creationId xmlns:a16="http://schemas.microsoft.com/office/drawing/2014/main" id="{7690C0D2-459A-04AA-FD90-7687D2FE8A9D}"/>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1872210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D549F-FA71-857F-E02E-3CB63CE683E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F569611-F911-D3D4-B613-ACCDA56C45D2}"/>
              </a:ext>
            </a:extLst>
          </p:cNvPr>
          <p:cNvSpPr>
            <a:spLocks noGrp="1"/>
          </p:cNvSpPr>
          <p:nvPr>
            <p:ph type="dt" sz="half" idx="10"/>
          </p:nvPr>
        </p:nvSpPr>
        <p:spPr/>
        <p:txBody>
          <a:bodyPr/>
          <a:lstStyle/>
          <a:p>
            <a:fld id="{97144C44-5F8C-4BEA-BBCE-8694F126DC43}" type="datetimeFigureOut">
              <a:rPr lang="en-US" dirty="0"/>
              <a:t>1/14/2026</a:t>
            </a:fld>
            <a:endParaRPr lang="en-US"/>
          </a:p>
        </p:txBody>
      </p:sp>
      <p:sp>
        <p:nvSpPr>
          <p:cNvPr id="4" name="Footer Placeholder 3">
            <a:extLst>
              <a:ext uri="{FF2B5EF4-FFF2-40B4-BE49-F238E27FC236}">
                <a16:creationId xmlns:a16="http://schemas.microsoft.com/office/drawing/2014/main" id="{F6EA1961-0B6B-8FEB-F2CB-C42E90EF2DFD}"/>
              </a:ext>
            </a:extLst>
          </p:cNvPr>
          <p:cNvSpPr>
            <a:spLocks noGrp="1"/>
          </p:cNvSpPr>
          <p:nvPr>
            <p:ph type="ftr" sz="quarter" idx="11"/>
          </p:nvPr>
        </p:nvSpPr>
        <p:spPr/>
        <p:txBody>
          <a:bodyPr/>
          <a:lstStyle/>
          <a:p>
            <a:r>
              <a:rPr lang="en-US"/>
              <a:t>
              </a:t>
            </a:r>
          </a:p>
        </p:txBody>
      </p:sp>
      <p:sp>
        <p:nvSpPr>
          <p:cNvPr id="5" name="Slide Number Placeholder 4">
            <a:extLst>
              <a:ext uri="{FF2B5EF4-FFF2-40B4-BE49-F238E27FC236}">
                <a16:creationId xmlns:a16="http://schemas.microsoft.com/office/drawing/2014/main" id="{F42AA80E-3139-9F1B-9C3E-2A76628CF4F8}"/>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13733531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AF54789-9F96-511A-0FB6-24F6A8418C72}"/>
              </a:ext>
            </a:extLst>
          </p:cNvPr>
          <p:cNvSpPr>
            <a:spLocks noGrp="1"/>
          </p:cNvSpPr>
          <p:nvPr>
            <p:ph type="dt" sz="half" idx="10"/>
          </p:nvPr>
        </p:nvSpPr>
        <p:spPr/>
        <p:txBody>
          <a:bodyPr/>
          <a:lstStyle/>
          <a:p>
            <a:fld id="{039E56F9-C8F2-4EF7-8042-704C94FF2795}" type="datetimeFigureOut">
              <a:rPr lang="en-US" dirty="0"/>
              <a:t>1/14/2026</a:t>
            </a:fld>
            <a:endParaRPr lang="en-US"/>
          </a:p>
        </p:txBody>
      </p:sp>
      <p:sp>
        <p:nvSpPr>
          <p:cNvPr id="3" name="Footer Placeholder 2">
            <a:extLst>
              <a:ext uri="{FF2B5EF4-FFF2-40B4-BE49-F238E27FC236}">
                <a16:creationId xmlns:a16="http://schemas.microsoft.com/office/drawing/2014/main" id="{8B780399-ADEF-8F74-9F59-6AD804C9393E}"/>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95B6A34F-ABAB-9C4E-38A1-C6EEB944B97C}"/>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30991208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E3917-2BF6-1CE2-F34B-49F0D09A1B91}"/>
              </a:ext>
            </a:extLst>
          </p:cNvPr>
          <p:cNvSpPr>
            <a:spLocks noGrp="1"/>
          </p:cNvSpPr>
          <p:nvPr>
            <p:ph type="title"/>
          </p:nvPr>
        </p:nvSpPr>
        <p:spPr>
          <a:xfrm>
            <a:off x="839788" y="807868"/>
            <a:ext cx="3640713" cy="2062594"/>
          </a:xfrm>
        </p:spPr>
        <p:txBody>
          <a:bodyPr anchor="t">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40815B8F-A9F3-8583-FFF1-175021F17AF0}"/>
              </a:ext>
            </a:extLst>
          </p:cNvPr>
          <p:cNvSpPr>
            <a:spLocks noGrp="1"/>
          </p:cNvSpPr>
          <p:nvPr>
            <p:ph idx="1"/>
          </p:nvPr>
        </p:nvSpPr>
        <p:spPr>
          <a:xfrm>
            <a:off x="5432898" y="807867"/>
            <a:ext cx="5922489" cy="5053183"/>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5D90AFF-A949-CE9E-6B94-C1B619612915}"/>
              </a:ext>
            </a:extLst>
          </p:cNvPr>
          <p:cNvSpPr>
            <a:spLocks noGrp="1"/>
          </p:cNvSpPr>
          <p:nvPr>
            <p:ph type="body" sz="half" idx="2"/>
          </p:nvPr>
        </p:nvSpPr>
        <p:spPr>
          <a:xfrm>
            <a:off x="839788" y="3000652"/>
            <a:ext cx="3640713" cy="2868336"/>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95267E-088F-FB9A-9469-551890F29F01}"/>
              </a:ext>
            </a:extLst>
          </p:cNvPr>
          <p:cNvSpPr>
            <a:spLocks noGrp="1"/>
          </p:cNvSpPr>
          <p:nvPr>
            <p:ph type="dt" sz="half" idx="10"/>
          </p:nvPr>
        </p:nvSpPr>
        <p:spPr/>
        <p:txBody>
          <a:bodyPr/>
          <a:lstStyle/>
          <a:p>
            <a:fld id="{4F6932DF-953D-44BD-83F8-5D8DA76EA12A}" type="datetimeFigureOut">
              <a:rPr lang="en-US" dirty="0"/>
              <a:t>1/14/2026</a:t>
            </a:fld>
            <a:endParaRPr lang="en-US"/>
          </a:p>
        </p:txBody>
      </p:sp>
      <p:sp>
        <p:nvSpPr>
          <p:cNvPr id="6" name="Footer Placeholder 5">
            <a:extLst>
              <a:ext uri="{FF2B5EF4-FFF2-40B4-BE49-F238E27FC236}">
                <a16:creationId xmlns:a16="http://schemas.microsoft.com/office/drawing/2014/main" id="{38EA3FFC-B3A6-C0B6-5DAE-70BE0D6FBD69}"/>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B108D35F-BC2E-8D14-060F-449CBAF7C0D2}"/>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21075701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8909ED-ED97-A3CE-5569-77B45F41450A}"/>
              </a:ext>
            </a:extLst>
          </p:cNvPr>
          <p:cNvSpPr>
            <a:spLocks noGrp="1"/>
          </p:cNvSpPr>
          <p:nvPr>
            <p:ph type="title"/>
          </p:nvPr>
        </p:nvSpPr>
        <p:spPr>
          <a:xfrm>
            <a:off x="839788" y="820881"/>
            <a:ext cx="3639312" cy="2062595"/>
          </a:xfrm>
        </p:spPr>
        <p:txBody>
          <a:bodyPr anchor="t">
            <a:normAutofit/>
          </a:bodyPr>
          <a:lstStyle>
            <a:lvl1pPr>
              <a:defRPr sz="2800"/>
            </a:lvl1pPr>
          </a:lstStyle>
          <a:p>
            <a:r>
              <a:rPr lang="en-US"/>
              <a:t>Click to edit Master title style</a:t>
            </a:r>
          </a:p>
        </p:txBody>
      </p:sp>
      <p:sp>
        <p:nvSpPr>
          <p:cNvPr id="3" name="Picture Placeholder 2">
            <a:extLst>
              <a:ext uri="{FF2B5EF4-FFF2-40B4-BE49-F238E27FC236}">
                <a16:creationId xmlns:a16="http://schemas.microsoft.com/office/drawing/2014/main" id="{0683BB3A-9E24-DE4C-9619-1502F1B6F389}"/>
              </a:ext>
            </a:extLst>
          </p:cNvPr>
          <p:cNvSpPr>
            <a:spLocks noGrp="1" noChangeAspect="1"/>
          </p:cNvSpPr>
          <p:nvPr>
            <p:ph type="pic" idx="1"/>
          </p:nvPr>
        </p:nvSpPr>
        <p:spPr>
          <a:xfrm>
            <a:off x="5247408" y="919595"/>
            <a:ext cx="6107979" cy="5013614"/>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94B4CE1F-29E0-88BB-8489-E58236B8B17B}"/>
              </a:ext>
            </a:extLst>
          </p:cNvPr>
          <p:cNvSpPr>
            <a:spLocks noGrp="1"/>
          </p:cNvSpPr>
          <p:nvPr>
            <p:ph type="body" sz="half" idx="2"/>
          </p:nvPr>
        </p:nvSpPr>
        <p:spPr>
          <a:xfrm>
            <a:off x="839788" y="3000652"/>
            <a:ext cx="3643889" cy="2868336"/>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24B7212-6816-FFD1-50B2-58844AD38E26}"/>
              </a:ext>
            </a:extLst>
          </p:cNvPr>
          <p:cNvSpPr>
            <a:spLocks noGrp="1"/>
          </p:cNvSpPr>
          <p:nvPr>
            <p:ph type="dt" sz="half" idx="10"/>
          </p:nvPr>
        </p:nvSpPr>
        <p:spPr/>
        <p:txBody>
          <a:bodyPr/>
          <a:lstStyle/>
          <a:p>
            <a:fld id="{352F326D-65F4-4B2F-9A62-9E4BD9402C47}" type="datetimeFigureOut">
              <a:rPr lang="en-US" dirty="0"/>
              <a:t>1/14/2026</a:t>
            </a:fld>
            <a:endParaRPr lang="en-US"/>
          </a:p>
        </p:txBody>
      </p:sp>
      <p:sp>
        <p:nvSpPr>
          <p:cNvPr id="6" name="Footer Placeholder 5">
            <a:extLst>
              <a:ext uri="{FF2B5EF4-FFF2-40B4-BE49-F238E27FC236}">
                <a16:creationId xmlns:a16="http://schemas.microsoft.com/office/drawing/2014/main" id="{A2417744-5A24-B7B7-5FD6-E98E60832F27}"/>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14CDA4D1-A71D-A7A6-3D0C-294E5D280BE8}"/>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27496580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990AE-F72C-4C2E-E2D0-7A8D7EEF08C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F41B46D-142E-8C8E-C4F4-B6B1586A6FD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4D92E3-36AD-2615-0166-6B73C34F10FA}"/>
              </a:ext>
            </a:extLst>
          </p:cNvPr>
          <p:cNvSpPr>
            <a:spLocks noGrp="1"/>
          </p:cNvSpPr>
          <p:nvPr>
            <p:ph type="dt" sz="half" idx="10"/>
          </p:nvPr>
        </p:nvSpPr>
        <p:spPr/>
        <p:txBody>
          <a:bodyPr/>
          <a:lstStyle/>
          <a:p>
            <a:fld id="{01742F6F-0846-489A-A4BC-61B476BE2887}" type="datetimeFigureOut">
              <a:rPr lang="en-US" dirty="0"/>
              <a:t>1/14/2026</a:t>
            </a:fld>
            <a:endParaRPr lang="en-US"/>
          </a:p>
        </p:txBody>
      </p:sp>
      <p:sp>
        <p:nvSpPr>
          <p:cNvPr id="5" name="Footer Placeholder 4">
            <a:extLst>
              <a:ext uri="{FF2B5EF4-FFF2-40B4-BE49-F238E27FC236}">
                <a16:creationId xmlns:a16="http://schemas.microsoft.com/office/drawing/2014/main" id="{F10BFB69-319D-2284-2734-217160D396D7}"/>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1A6883B0-C775-5BD2-8EC6-A41D19BCA156}"/>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17295650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9040463-6D41-8D45-088A-540B0D18838A}"/>
              </a:ext>
            </a:extLst>
          </p:cNvPr>
          <p:cNvSpPr>
            <a:spLocks noGrp="1"/>
          </p:cNvSpPr>
          <p:nvPr>
            <p:ph type="title" orient="vert"/>
          </p:nvPr>
        </p:nvSpPr>
        <p:spPr>
          <a:xfrm>
            <a:off x="8724900" y="592281"/>
            <a:ext cx="2628900" cy="5584681"/>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B5F2276-7F04-F3F7-E3CE-F81C8DC637DC}"/>
              </a:ext>
            </a:extLst>
          </p:cNvPr>
          <p:cNvSpPr>
            <a:spLocks noGrp="1"/>
          </p:cNvSpPr>
          <p:nvPr>
            <p:ph type="body" orient="vert" idx="1"/>
          </p:nvPr>
        </p:nvSpPr>
        <p:spPr>
          <a:xfrm>
            <a:off x="838200" y="592281"/>
            <a:ext cx="7734300" cy="558468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71802BF-9E0C-3251-8FAE-81F07DB05344}"/>
              </a:ext>
            </a:extLst>
          </p:cNvPr>
          <p:cNvSpPr>
            <a:spLocks noGrp="1"/>
          </p:cNvSpPr>
          <p:nvPr>
            <p:ph type="dt" sz="half" idx="10"/>
          </p:nvPr>
        </p:nvSpPr>
        <p:spPr/>
        <p:txBody>
          <a:bodyPr/>
          <a:lstStyle/>
          <a:p>
            <a:fld id="{B229DF21-A340-467A-94AB-9502647BB771}" type="datetimeFigureOut">
              <a:rPr lang="en-US" dirty="0"/>
              <a:t>1/14/2026</a:t>
            </a:fld>
            <a:endParaRPr lang="en-US"/>
          </a:p>
        </p:txBody>
      </p:sp>
      <p:sp>
        <p:nvSpPr>
          <p:cNvPr id="5" name="Footer Placeholder 4">
            <a:extLst>
              <a:ext uri="{FF2B5EF4-FFF2-40B4-BE49-F238E27FC236}">
                <a16:creationId xmlns:a16="http://schemas.microsoft.com/office/drawing/2014/main" id="{329F1754-5B8F-A9FA-E8B1-06E04CE283D5}"/>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5F01E6A8-5139-ECD4-CC0C-32FFC6741000}"/>
              </a:ext>
            </a:extLst>
          </p:cNvPr>
          <p:cNvSpPr>
            <a:spLocks noGrp="1"/>
          </p:cNvSpPr>
          <p:nvPr>
            <p:ph type="sldNum" sz="quarter" idx="12"/>
          </p:nvPr>
        </p:nvSpPr>
        <p:spPr/>
        <p:txBody>
          <a:bodyPr/>
          <a:lstStyle/>
          <a:p>
            <a:fld id="{5E4DE196-8A13-4FF7-A07E-102851959EAB}" type="slidenum">
              <a:rPr lang="en-US" dirty="0"/>
              <a:t>‹#›</a:t>
            </a:fld>
            <a:endParaRPr lang="en-US"/>
          </a:p>
        </p:txBody>
      </p:sp>
    </p:spTree>
    <p:extLst>
      <p:ext uri="{BB962C8B-B14F-4D97-AF65-F5344CB8AC3E}">
        <p14:creationId xmlns:p14="http://schemas.microsoft.com/office/powerpoint/2010/main" val="28184945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5858A62-FE72-978B-BE71-05908D82E1A4}"/>
              </a:ext>
            </a:extLst>
          </p:cNvPr>
          <p:cNvSpPr/>
          <p:nvPr/>
        </p:nvSpPr>
        <p:spPr>
          <a:xfrm>
            <a:off x="0" y="0"/>
            <a:ext cx="12192000" cy="6860161"/>
          </a:xfrm>
          <a:prstGeom prst="rect">
            <a:avLst/>
          </a:prstGeom>
          <a:solidFill>
            <a:schemeClr val="bg2">
              <a:lumMod val="75000"/>
              <a:alpha val="15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sp>
      <p:sp>
        <p:nvSpPr>
          <p:cNvPr id="2" name="Title Placeholder 1">
            <a:extLst>
              <a:ext uri="{FF2B5EF4-FFF2-40B4-BE49-F238E27FC236}">
                <a16:creationId xmlns:a16="http://schemas.microsoft.com/office/drawing/2014/main" id="{5BFA14B7-4740-5D9F-6489-BAD00C3E0D68}"/>
              </a:ext>
            </a:extLst>
          </p:cNvPr>
          <p:cNvSpPr>
            <a:spLocks noGrp="1"/>
          </p:cNvSpPr>
          <p:nvPr>
            <p:ph type="title"/>
          </p:nvPr>
        </p:nvSpPr>
        <p:spPr>
          <a:xfrm>
            <a:off x="871108" y="588245"/>
            <a:ext cx="10449784" cy="1265928"/>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7790487F-803F-C5AF-BD93-39C0FC738963}"/>
              </a:ext>
            </a:extLst>
          </p:cNvPr>
          <p:cNvSpPr>
            <a:spLocks noGrp="1"/>
          </p:cNvSpPr>
          <p:nvPr>
            <p:ph type="body" idx="1"/>
          </p:nvPr>
        </p:nvSpPr>
        <p:spPr>
          <a:xfrm>
            <a:off x="877824" y="2157984"/>
            <a:ext cx="10442448" cy="390381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586FCEF-4EDF-C2EF-7D81-FEFF7042F350}"/>
              </a:ext>
            </a:extLst>
          </p:cNvPr>
          <p:cNvSpPr>
            <a:spLocks noGrp="1"/>
          </p:cNvSpPr>
          <p:nvPr>
            <p:ph type="dt" sz="half" idx="2"/>
          </p:nvPr>
        </p:nvSpPr>
        <p:spPr>
          <a:xfrm>
            <a:off x="877824" y="6356350"/>
            <a:ext cx="2743200" cy="365125"/>
          </a:xfrm>
          <a:prstGeom prst="rect">
            <a:avLst/>
          </a:prstGeom>
        </p:spPr>
        <p:txBody>
          <a:bodyPr vert="horz" lIns="91440" tIns="45720" rIns="91440" bIns="45720" rtlCol="0" anchor="ctr"/>
          <a:lstStyle>
            <a:lvl1pPr algn="l">
              <a:defRPr sz="800" cap="all" spc="300" baseline="0">
                <a:solidFill>
                  <a:schemeClr val="tx2"/>
                </a:solidFill>
              </a:defRPr>
            </a:lvl1pPr>
          </a:lstStyle>
          <a:p>
            <a:fld id="{F9B0CB28-85DB-480B-8C99-FD493ACC7120}" type="datetimeFigureOut">
              <a:rPr lang="en-US" dirty="0"/>
              <a:t>1/14/2026</a:t>
            </a:fld>
            <a:endParaRPr lang="en-US"/>
          </a:p>
        </p:txBody>
      </p:sp>
      <p:sp>
        <p:nvSpPr>
          <p:cNvPr id="5" name="Footer Placeholder 4">
            <a:extLst>
              <a:ext uri="{FF2B5EF4-FFF2-40B4-BE49-F238E27FC236}">
                <a16:creationId xmlns:a16="http://schemas.microsoft.com/office/drawing/2014/main" id="{9A4663BC-4D46-C74D-DDF2-9D25B4D96F9B}"/>
              </a:ext>
            </a:extLst>
          </p:cNvPr>
          <p:cNvSpPr>
            <a:spLocks noGrp="1"/>
          </p:cNvSpPr>
          <p:nvPr>
            <p:ph type="ftr" sz="quarter" idx="3"/>
          </p:nvPr>
        </p:nvSpPr>
        <p:spPr>
          <a:xfrm>
            <a:off x="7132320" y="6356350"/>
            <a:ext cx="4297680" cy="365125"/>
          </a:xfrm>
          <a:prstGeom prst="rect">
            <a:avLst/>
          </a:prstGeom>
        </p:spPr>
        <p:txBody>
          <a:bodyPr vert="horz" lIns="91440" tIns="45720" rIns="91440" bIns="45720" rtlCol="0" anchor="ctr"/>
          <a:lstStyle>
            <a:lvl1pPr algn="r">
              <a:defRPr sz="800" cap="all" spc="300" baseline="0">
                <a:solidFill>
                  <a:schemeClr val="tx2"/>
                </a:solidFill>
              </a:defRPr>
            </a:lvl1pPr>
          </a:lstStyle>
          <a:p>
            <a:r>
              <a:rPr lang="en-US"/>
              <a:t>
              </a:t>
            </a:r>
          </a:p>
        </p:txBody>
      </p:sp>
      <p:sp>
        <p:nvSpPr>
          <p:cNvPr id="6" name="Slide Number Placeholder 5">
            <a:extLst>
              <a:ext uri="{FF2B5EF4-FFF2-40B4-BE49-F238E27FC236}">
                <a16:creationId xmlns:a16="http://schemas.microsoft.com/office/drawing/2014/main" id="{B71B4EAE-CB5C-D14B-77EF-7B155FA68353}"/>
              </a:ext>
            </a:extLst>
          </p:cNvPr>
          <p:cNvSpPr>
            <a:spLocks noGrp="1"/>
          </p:cNvSpPr>
          <p:nvPr>
            <p:ph type="sldNum" sz="quarter" idx="4"/>
          </p:nvPr>
        </p:nvSpPr>
        <p:spPr>
          <a:xfrm>
            <a:off x="11429999" y="6356350"/>
            <a:ext cx="521207" cy="365125"/>
          </a:xfrm>
          <a:prstGeom prst="rect">
            <a:avLst/>
          </a:prstGeom>
        </p:spPr>
        <p:txBody>
          <a:bodyPr vert="horz" lIns="91440" tIns="45720" rIns="91440" bIns="45720" rtlCol="0" anchor="ctr"/>
          <a:lstStyle>
            <a:lvl1pPr algn="r">
              <a:defRPr sz="1400">
                <a:solidFill>
                  <a:schemeClr val="tx2"/>
                </a:solidFill>
                <a:latin typeface="+mj-lt"/>
              </a:defRPr>
            </a:lvl1pPr>
          </a:lstStyle>
          <a:p>
            <a:fld id="{5E4DE196-8A13-4FF7-A07E-102851959EAB}" type="slidenum">
              <a:rPr lang="en-US" dirty="0"/>
              <a:pPr/>
              <a:t>‹#›</a:t>
            </a:fld>
            <a:endParaRPr lang="en-US"/>
          </a:p>
        </p:txBody>
      </p:sp>
    </p:spTree>
    <p:extLst>
      <p:ext uri="{BB962C8B-B14F-4D97-AF65-F5344CB8AC3E}">
        <p14:creationId xmlns:p14="http://schemas.microsoft.com/office/powerpoint/2010/main" val="1130812963"/>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hf hdr="0"/>
  <p:txStyles>
    <p:titleStyle>
      <a:lvl1pPr algn="l" defTabSz="914400" rtl="0" eaLnBrk="1" latinLnBrk="0" hangingPunct="1">
        <a:lnSpc>
          <a:spcPct val="100000"/>
        </a:lnSpc>
        <a:spcBef>
          <a:spcPct val="0"/>
        </a:spcBef>
        <a:buNone/>
        <a:defRPr sz="3200" kern="1200">
          <a:solidFill>
            <a:schemeClr val="tx2"/>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600" kern="1200">
          <a:solidFill>
            <a:schemeClr val="tx2"/>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100" kern="1200">
          <a:solidFill>
            <a:schemeClr val="tx2"/>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1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160">
          <p15:clr>
            <a:srgbClr val="F26B43"/>
          </p15:clr>
        </p15:guide>
        <p15:guide id="4" pos="3840">
          <p15:clr>
            <a:srgbClr val="F26B43"/>
          </p15:clr>
        </p15:guide>
        <p15:guide id="5" orient="horz" pos="3816">
          <p15:clr>
            <a:srgbClr val="F26B43"/>
          </p15:clr>
        </p15:guide>
        <p15:guide id="6" orient="horz" pos="117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vert="horz" lIns="91440" tIns="45720" rIns="91440" bIns="45720" rtlCol="0" anchor="ctr">
            <a:noAutofit/>
          </a:bodyPr>
          <a:lstStyle/>
          <a:p>
            <a:pPr algn="l"/>
            <a:r>
              <a:rPr lang="en-US" sz="5400">
                <a:latin typeface="Times New Roman"/>
                <a:ea typeface="+mj-lt"/>
                <a:cs typeface="+mj-lt"/>
              </a:rPr>
              <a:t>Package Monitor</a:t>
            </a:r>
            <a:endParaRPr lang="en-US" sz="5400">
              <a:latin typeface="Times New Roman"/>
              <a:cs typeface="Times New Roman"/>
            </a:endParaRPr>
          </a:p>
        </p:txBody>
      </p:sp>
      <p:sp>
        <p:nvSpPr>
          <p:cNvPr id="3" name="Subtitle 2"/>
          <p:cNvSpPr>
            <a:spLocks noGrp="1"/>
          </p:cNvSpPr>
          <p:nvPr>
            <p:ph idx="1"/>
          </p:nvPr>
        </p:nvSpPr>
        <p:spPr>
          <a:xfrm>
            <a:off x="857230" y="2992065"/>
            <a:ext cx="10442448" cy="3069738"/>
          </a:xfrm>
        </p:spPr>
        <p:txBody>
          <a:bodyPr vert="horz" lIns="91440" tIns="45720" rIns="91440" bIns="45720" rtlCol="0" anchor="t">
            <a:normAutofit/>
          </a:bodyPr>
          <a:lstStyle/>
          <a:p>
            <a:pPr marL="0" indent="0" algn="l">
              <a:buNone/>
            </a:pPr>
            <a:r>
              <a:rPr lang="en-US" sz="2400" noProof="1">
                <a:latin typeface="Times New Roman"/>
                <a:ea typeface="+mn-lt"/>
                <a:cs typeface="+mn-lt"/>
              </a:rPr>
              <a:t>Studenți</a:t>
            </a:r>
            <a:r>
              <a:rPr lang="en-US" sz="2400" noProof="1">
                <a:latin typeface="Times New Roman"/>
                <a:cs typeface="Times New Roman"/>
              </a:rPr>
              <a:t>: </a:t>
            </a:r>
          </a:p>
          <a:p>
            <a:pPr marL="285750" indent="-285750" algn="l">
              <a:buChar char="•"/>
            </a:pPr>
            <a:r>
              <a:rPr lang="en-US" sz="2400" noProof="1">
                <a:latin typeface="Times New Roman"/>
                <a:cs typeface="Times New Roman"/>
              </a:rPr>
              <a:t>Gurbanov Gadam</a:t>
            </a:r>
          </a:p>
          <a:p>
            <a:pPr marL="285750" indent="-285750" algn="l">
              <a:buChar char="•"/>
            </a:pPr>
            <a:r>
              <a:rPr lang="en-US" sz="2400" noProof="1">
                <a:latin typeface="Times New Roman"/>
                <a:cs typeface="Times New Roman"/>
              </a:rPr>
              <a:t>Merdanov Ylham</a:t>
            </a:r>
          </a:p>
          <a:p>
            <a:endParaRPr lang="en-US" sz="2400" noProof="1">
              <a:latin typeface="Times New Roman"/>
              <a:cs typeface="Times New Roman"/>
            </a:endParaRPr>
          </a:p>
        </p:txBody>
      </p:sp>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C92B9C-6E47-E4E4-5388-EF1044A9B9B7}"/>
              </a:ext>
            </a:extLst>
          </p:cNvPr>
          <p:cNvSpPr>
            <a:spLocks noGrp="1"/>
          </p:cNvSpPr>
          <p:nvPr>
            <p:ph type="title"/>
          </p:nvPr>
        </p:nvSpPr>
        <p:spPr>
          <a:xfrm>
            <a:off x="871108" y="1020732"/>
            <a:ext cx="10449784" cy="1090873"/>
          </a:xfrm>
        </p:spPr>
        <p:txBody>
          <a:bodyPr vert="horz" lIns="91440" tIns="45720" rIns="91440" bIns="45720" rtlCol="0" anchor="ctr">
            <a:normAutofit/>
          </a:bodyPr>
          <a:lstStyle/>
          <a:p>
            <a:r>
              <a:rPr lang="en-US" sz="2400" b="1" noProof="1">
                <a:latin typeface="Times New Roman"/>
                <a:ea typeface="+mj-lt"/>
                <a:cs typeface="+mj-lt"/>
              </a:rPr>
              <a:t>Github </a:t>
            </a:r>
            <a:r>
              <a:rPr lang="en-US" sz="2400" b="1">
                <a:latin typeface="Times New Roman"/>
                <a:ea typeface="+mj-lt"/>
                <a:cs typeface="+mj-lt"/>
              </a:rPr>
              <a:t>link:</a:t>
            </a:r>
            <a:br>
              <a:rPr lang="en-US" sz="2400" b="1">
                <a:latin typeface="Times New Roman"/>
                <a:ea typeface="+mj-lt"/>
                <a:cs typeface="+mj-lt"/>
              </a:rPr>
            </a:br>
            <a:r>
              <a:rPr lang="en-US" sz="2400">
                <a:latin typeface="Times New Roman"/>
                <a:ea typeface="+mj-lt"/>
                <a:cs typeface="+mj-lt"/>
              </a:rPr>
              <a:t>https://github.com/GurbanowGadam/itbi_packagelog</a:t>
            </a:r>
          </a:p>
        </p:txBody>
      </p:sp>
      <p:sp>
        <p:nvSpPr>
          <p:cNvPr id="3" name="Content Placeholder 2">
            <a:extLst>
              <a:ext uri="{FF2B5EF4-FFF2-40B4-BE49-F238E27FC236}">
                <a16:creationId xmlns:a16="http://schemas.microsoft.com/office/drawing/2014/main" id="{81CA1730-176A-51A6-C121-18FF973CFB0C}"/>
              </a:ext>
            </a:extLst>
          </p:cNvPr>
          <p:cNvSpPr>
            <a:spLocks noGrp="1"/>
          </p:cNvSpPr>
          <p:nvPr>
            <p:ph idx="1"/>
          </p:nvPr>
        </p:nvSpPr>
        <p:spPr>
          <a:xfrm>
            <a:off x="867527" y="2672848"/>
            <a:ext cx="10442448" cy="3388955"/>
          </a:xfrm>
        </p:spPr>
        <p:txBody>
          <a:bodyPr vert="horz" lIns="91440" tIns="45720" rIns="91440" bIns="45720" rtlCol="0" anchor="ctr">
            <a:normAutofit/>
          </a:bodyPr>
          <a:lstStyle/>
          <a:p>
            <a:pPr marL="0" indent="0">
              <a:buNone/>
            </a:pPr>
            <a:r>
              <a:rPr lang="en-US" sz="2400" b="1" noProof="1">
                <a:latin typeface="Times New Roman"/>
                <a:ea typeface="+mn-lt"/>
                <a:cs typeface="+mn-lt"/>
              </a:rPr>
              <a:t>Despre proiect:</a:t>
            </a:r>
            <a:endParaRPr lang="en-US" sz="2400" noProof="1">
              <a:latin typeface="Times New Roman"/>
              <a:ea typeface="+mn-lt"/>
              <a:cs typeface="Times New Roman"/>
            </a:endParaRPr>
          </a:p>
          <a:p>
            <a:pPr marL="0" indent="0">
              <a:buNone/>
            </a:pPr>
            <a:r>
              <a:rPr lang="en-US" sz="2400" noProof="1">
                <a:latin typeface="Times New Roman"/>
                <a:ea typeface="+mn-lt"/>
                <a:cs typeface="+mn-lt"/>
              </a:rPr>
              <a:t>Acest proiect este un instrument de monitorizare care urmărește automat, în fundal, toate operațiunile de instalare și eliminare a pachetelor pe sistemele Linux. Prin analizarea jurnalelor de sistem (</a:t>
            </a:r>
            <a:r>
              <a:rPr lang="en-US" sz="2400" noProof="1">
                <a:latin typeface="Times New Roman"/>
                <a:cs typeface="Times New Roman"/>
              </a:rPr>
              <a:t>dpkg.log</a:t>
            </a:r>
            <a:r>
              <a:rPr lang="en-US" sz="2400" noProof="1">
                <a:latin typeface="Times New Roman"/>
                <a:ea typeface="+mn-lt"/>
                <a:cs typeface="+mn-lt"/>
              </a:rPr>
              <a:t>), acesta generează o bază de date structurată și oferă utilizatorului posibilitatea de a obține rapoarte istorice detaliate cu o singură comandă, fără a fi nevoie să gestioneze fișiere brute complexe.</a:t>
            </a:r>
            <a:endParaRPr lang="en-US" sz="2400" noProof="1">
              <a:latin typeface="Times New Roman"/>
              <a:cs typeface="Times New Roman"/>
            </a:endParaRPr>
          </a:p>
        </p:txBody>
      </p:sp>
      <p:sp>
        <p:nvSpPr>
          <p:cNvPr id="4" name="Date Placeholder 3">
            <a:extLst>
              <a:ext uri="{FF2B5EF4-FFF2-40B4-BE49-F238E27FC236}">
                <a16:creationId xmlns:a16="http://schemas.microsoft.com/office/drawing/2014/main" id="{0B6E7C1D-E89D-2046-C1F4-D95C6C65BBA1}"/>
              </a:ext>
            </a:extLst>
          </p:cNvPr>
          <p:cNvSpPr>
            <a:spLocks noGrp="1"/>
          </p:cNvSpPr>
          <p:nvPr>
            <p:ph type="dt" sz="half" idx="10"/>
          </p:nvPr>
        </p:nvSpPr>
        <p:spPr/>
        <p:txBody>
          <a:bodyPr/>
          <a:lstStyle/>
          <a:p>
            <a:fld id="{ADBAD4F3-1D35-4D2A-820B-FBF714385AAA}" type="datetime1">
              <a:t>1/14/2026</a:t>
            </a:fld>
            <a:endParaRPr lang="en-US"/>
          </a:p>
        </p:txBody>
      </p:sp>
      <p:sp>
        <p:nvSpPr>
          <p:cNvPr id="5" name="Footer Placeholder 4">
            <a:extLst>
              <a:ext uri="{FF2B5EF4-FFF2-40B4-BE49-F238E27FC236}">
                <a16:creationId xmlns:a16="http://schemas.microsoft.com/office/drawing/2014/main" id="{0BB544D9-F9B0-4F12-1DD0-C43B9CDF6BB7}"/>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7A147597-B51A-7BD9-97F6-B3F31D386874}"/>
              </a:ext>
            </a:extLst>
          </p:cNvPr>
          <p:cNvSpPr>
            <a:spLocks noGrp="1"/>
          </p:cNvSpPr>
          <p:nvPr>
            <p:ph type="sldNum" sz="quarter" idx="12"/>
          </p:nvPr>
        </p:nvSpPr>
        <p:spPr/>
        <p:txBody>
          <a:bodyPr/>
          <a:lstStyle/>
          <a:p>
            <a:fld id="{5E4DE196-8A13-4FF7-A07E-102851959EAB}" type="slidenum">
              <a:rPr lang="en-US" dirty="0"/>
              <a:t>2</a:t>
            </a:fld>
            <a:endParaRPr lang="en-US"/>
          </a:p>
        </p:txBody>
      </p:sp>
    </p:spTree>
    <p:extLst>
      <p:ext uri="{BB962C8B-B14F-4D97-AF65-F5344CB8AC3E}">
        <p14:creationId xmlns:p14="http://schemas.microsoft.com/office/powerpoint/2010/main" val="34514624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E85F4C41-8848-57FF-66F6-09A36A12BB8F}"/>
              </a:ext>
            </a:extLst>
          </p:cNvPr>
          <p:cNvSpPr>
            <a:spLocks noGrp="1"/>
          </p:cNvSpPr>
          <p:nvPr>
            <p:ph type="dt" sz="half" idx="10"/>
          </p:nvPr>
        </p:nvSpPr>
        <p:spPr/>
        <p:txBody>
          <a:bodyPr/>
          <a:lstStyle/>
          <a:p>
            <a:fld id="{F08484A4-D2B4-464A-A7A7-CC47476E9548}" type="datetime1">
              <a:t>1/14/2026</a:t>
            </a:fld>
            <a:endParaRPr lang="en-US"/>
          </a:p>
        </p:txBody>
      </p:sp>
      <p:sp>
        <p:nvSpPr>
          <p:cNvPr id="5" name="Footer Placeholder 4">
            <a:extLst>
              <a:ext uri="{FF2B5EF4-FFF2-40B4-BE49-F238E27FC236}">
                <a16:creationId xmlns:a16="http://schemas.microsoft.com/office/drawing/2014/main" id="{9AFB6CF0-7B91-F38C-D6C6-2988540C569E}"/>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4F0684F6-FFF3-9596-64D4-F5155AF3055B}"/>
              </a:ext>
            </a:extLst>
          </p:cNvPr>
          <p:cNvSpPr>
            <a:spLocks noGrp="1"/>
          </p:cNvSpPr>
          <p:nvPr>
            <p:ph type="sldNum" sz="quarter" idx="12"/>
          </p:nvPr>
        </p:nvSpPr>
        <p:spPr/>
        <p:txBody>
          <a:bodyPr/>
          <a:lstStyle/>
          <a:p>
            <a:fld id="{5E4DE196-8A13-4FF7-A07E-102851959EAB}" type="slidenum">
              <a:rPr lang="en-US" dirty="0"/>
              <a:t>3</a:t>
            </a:fld>
            <a:endParaRPr lang="en-US"/>
          </a:p>
        </p:txBody>
      </p:sp>
      <p:sp>
        <p:nvSpPr>
          <p:cNvPr id="9" name="TextBox 8">
            <a:extLst>
              <a:ext uri="{FF2B5EF4-FFF2-40B4-BE49-F238E27FC236}">
                <a16:creationId xmlns:a16="http://schemas.microsoft.com/office/drawing/2014/main" id="{C57D1474-4044-273B-7A81-98D774E6408E}"/>
              </a:ext>
            </a:extLst>
          </p:cNvPr>
          <p:cNvSpPr txBox="1"/>
          <p:nvPr/>
        </p:nvSpPr>
        <p:spPr>
          <a:xfrm>
            <a:off x="782594" y="453082"/>
            <a:ext cx="10431161" cy="563231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i="1" noProof="1">
                <a:latin typeface="Times New Roman"/>
                <a:cs typeface="Times New Roman"/>
              </a:rPr>
              <a:t>Acest slide explică cum transformăm datele brute din loguri în informații utile.</a:t>
            </a:r>
          </a:p>
          <a:p>
            <a:endParaRPr lang="en-US" sz="2400" i="1" noProof="1">
              <a:latin typeface="Times New Roman"/>
              <a:cs typeface="Times New Roman"/>
            </a:endParaRPr>
          </a:p>
          <a:p>
            <a:pPr marL="342900" indent="-342900">
              <a:buFont typeface="Arial"/>
              <a:buChar char="•"/>
            </a:pPr>
            <a:r>
              <a:rPr lang="en-US" sz="2400" b="1" noProof="1">
                <a:latin typeface="Times New Roman"/>
                <a:cs typeface="Times New Roman"/>
              </a:rPr>
              <a:t>awk (Motor de Procesare Text):</a:t>
            </a:r>
          </a:p>
          <a:p>
            <a:pPr marL="800100" lvl="2" indent="-342900">
              <a:buFont typeface="Arial"/>
              <a:buChar char="•"/>
            </a:pPr>
            <a:r>
              <a:rPr lang="en-US" sz="2400" noProof="1">
                <a:latin typeface="Times New Roman"/>
                <a:cs typeface="Times New Roman"/>
              </a:rPr>
              <a:t>Componenta principală a proiectului.</a:t>
            </a:r>
          </a:p>
          <a:p>
            <a:pPr marL="800100" lvl="2" indent="-342900">
              <a:buFont typeface="Arial"/>
              <a:buChar char="•"/>
            </a:pPr>
            <a:r>
              <a:rPr lang="en-US" sz="2400" noProof="1">
                <a:latin typeface="Times New Roman"/>
                <a:cs typeface="Times New Roman"/>
              </a:rPr>
              <a:t>Nu doar parsează textul, ci realizează </a:t>
            </a:r>
            <a:r>
              <a:rPr lang="en-US" sz="2400" b="1" noProof="1">
                <a:latin typeface="Times New Roman"/>
                <a:cs typeface="Times New Roman"/>
              </a:rPr>
              <a:t>monitorizarea stării (State Tracking)</a:t>
            </a:r>
            <a:r>
              <a:rPr lang="en-US" sz="2400" noProof="1">
                <a:latin typeface="Times New Roman"/>
                <a:cs typeface="Times New Roman"/>
              </a:rPr>
              <a:t> pachetelor folosind </a:t>
            </a:r>
            <a:r>
              <a:rPr lang="en-US" sz="2400" b="1" noProof="1">
                <a:latin typeface="Times New Roman"/>
                <a:cs typeface="Times New Roman"/>
              </a:rPr>
              <a:t>Vectori Asociați (Associative Arrays)</a:t>
            </a:r>
            <a:r>
              <a:rPr lang="en-US" sz="2400" noProof="1">
                <a:latin typeface="Times New Roman"/>
                <a:cs typeface="Times New Roman"/>
              </a:rPr>
              <a:t>.</a:t>
            </a:r>
          </a:p>
          <a:p>
            <a:endParaRPr lang="en-US" sz="2400" b="1" noProof="1">
              <a:latin typeface="Times New Roman"/>
              <a:cs typeface="Times New Roman"/>
            </a:endParaRPr>
          </a:p>
          <a:p>
            <a:pPr marL="342900" indent="-342900">
              <a:buFont typeface="Arial"/>
              <a:buChar char="•"/>
            </a:pPr>
            <a:r>
              <a:rPr lang="en-US" sz="2400" b="1" noProof="1">
                <a:latin typeface="Times New Roman"/>
                <a:cs typeface="Times New Roman"/>
              </a:rPr>
              <a:t>grep -E (Filtrare Avansată):</a:t>
            </a:r>
            <a:endParaRPr lang="en-US" sz="2400" noProof="1">
              <a:latin typeface="Times New Roman"/>
              <a:cs typeface="Times New Roman"/>
            </a:endParaRPr>
          </a:p>
          <a:p>
            <a:pPr marL="800100" lvl="2" indent="-342900">
              <a:buFont typeface="Arial"/>
              <a:buChar char="•"/>
            </a:pPr>
            <a:r>
              <a:rPr lang="en-US" sz="2400" noProof="1">
                <a:latin typeface="Times New Roman"/>
                <a:cs typeface="Times New Roman"/>
              </a:rPr>
              <a:t>Utilizat pentru a extrage din miile de linii de log doar operațiunile critice: install, remove, purge și upgrade.</a:t>
            </a:r>
          </a:p>
          <a:p>
            <a:pPr marL="0" lvl="1"/>
            <a:endParaRPr lang="en-US" sz="2400" noProof="1">
              <a:latin typeface="Times New Roman"/>
              <a:cs typeface="Times New Roman"/>
            </a:endParaRPr>
          </a:p>
          <a:p>
            <a:pPr marL="228600" indent="-228600">
              <a:buFont typeface="Arial"/>
              <a:buChar char="•"/>
            </a:pPr>
            <a:r>
              <a:rPr lang="en-US" sz="2400" b="1" noProof="1">
                <a:latin typeface="Times New Roman"/>
                <a:cs typeface="Times New Roman"/>
              </a:rPr>
              <a:t>sort -u (Integritatea Datelor):</a:t>
            </a:r>
          </a:p>
          <a:p>
            <a:pPr marL="685800" lvl="2" indent="-228600">
              <a:buFont typeface="Arial"/>
              <a:buChar char="•"/>
            </a:pPr>
            <a:r>
              <a:rPr lang="en-US" sz="2400" noProof="1">
                <a:latin typeface="Times New Roman"/>
                <a:cs typeface="Times New Roman"/>
              </a:rPr>
              <a:t>Previne înregistrările duplicate (duplication) în baza de date. Asigură că fiecare eveniment este stocat o singură dată.</a:t>
            </a:r>
          </a:p>
          <a:p>
            <a:pPr algn="ctr"/>
            <a:endParaRPr lang="en-US" sz="2400" noProof="1">
              <a:latin typeface="Times New Roman"/>
              <a:cs typeface="Times New Roman"/>
            </a:endParaRPr>
          </a:p>
        </p:txBody>
      </p:sp>
    </p:spTree>
    <p:extLst>
      <p:ext uri="{BB962C8B-B14F-4D97-AF65-F5344CB8AC3E}">
        <p14:creationId xmlns:p14="http://schemas.microsoft.com/office/powerpoint/2010/main" val="12428001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489FB-5190-8624-AD74-E714057F09AE}"/>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970CF012-0559-C032-6816-C3A0E1321C98}"/>
              </a:ext>
            </a:extLst>
          </p:cNvPr>
          <p:cNvSpPr>
            <a:spLocks noGrp="1"/>
          </p:cNvSpPr>
          <p:nvPr>
            <p:ph type="dt" sz="half" idx="10"/>
          </p:nvPr>
        </p:nvSpPr>
        <p:spPr/>
        <p:txBody>
          <a:bodyPr/>
          <a:lstStyle/>
          <a:p>
            <a:fld id="{F08484A4-D2B4-464A-A7A7-CC47476E9548}" type="datetime1">
              <a:t>1/14/2026</a:t>
            </a:fld>
            <a:endParaRPr lang="en-US"/>
          </a:p>
        </p:txBody>
      </p:sp>
      <p:sp>
        <p:nvSpPr>
          <p:cNvPr id="5" name="Footer Placeholder 4">
            <a:extLst>
              <a:ext uri="{FF2B5EF4-FFF2-40B4-BE49-F238E27FC236}">
                <a16:creationId xmlns:a16="http://schemas.microsoft.com/office/drawing/2014/main" id="{E02EEA7E-0669-4C2E-96F3-669322E11E0C}"/>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9631A859-0C72-71C2-DAC3-3B3B3DEFA2FB}"/>
              </a:ext>
            </a:extLst>
          </p:cNvPr>
          <p:cNvSpPr>
            <a:spLocks noGrp="1"/>
          </p:cNvSpPr>
          <p:nvPr>
            <p:ph type="sldNum" sz="quarter" idx="12"/>
          </p:nvPr>
        </p:nvSpPr>
        <p:spPr/>
        <p:txBody>
          <a:bodyPr/>
          <a:lstStyle/>
          <a:p>
            <a:fld id="{5E4DE196-8A13-4FF7-A07E-102851959EAB}" type="slidenum">
              <a:rPr lang="en-US" dirty="0"/>
              <a:t>4</a:t>
            </a:fld>
            <a:endParaRPr lang="en-US"/>
          </a:p>
        </p:txBody>
      </p:sp>
      <p:sp>
        <p:nvSpPr>
          <p:cNvPr id="9" name="TextBox 8">
            <a:extLst>
              <a:ext uri="{FF2B5EF4-FFF2-40B4-BE49-F238E27FC236}">
                <a16:creationId xmlns:a16="http://schemas.microsoft.com/office/drawing/2014/main" id="{A9330C9F-BD91-BBEB-3AEC-F152E524CD72}"/>
              </a:ext>
            </a:extLst>
          </p:cNvPr>
          <p:cNvSpPr txBox="1"/>
          <p:nvPr/>
        </p:nvSpPr>
        <p:spPr>
          <a:xfrm>
            <a:off x="782594" y="453082"/>
            <a:ext cx="10431161" cy="452431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i="1" noProof="1">
                <a:latin typeface="Times New Roman"/>
                <a:ea typeface="+mn-lt"/>
                <a:cs typeface="+mn-lt"/>
              </a:rPr>
              <a:t>Acest slide explică cum funcționează scriptul în fundal fără intervenția utilizatorului.</a:t>
            </a:r>
            <a:endParaRPr lang="en-US" noProof="1">
              <a:latin typeface="Times New Roman"/>
              <a:ea typeface="+mn-lt"/>
              <a:cs typeface="+mn-lt"/>
            </a:endParaRPr>
          </a:p>
          <a:p>
            <a:endParaRPr lang="en-US" sz="2400" i="1" noProof="1">
              <a:latin typeface="Times New Roman"/>
              <a:cs typeface="Times New Roman"/>
            </a:endParaRPr>
          </a:p>
          <a:p>
            <a:pPr marL="342900" indent="-342900">
              <a:buFont typeface="Arial"/>
              <a:buChar char="•"/>
            </a:pPr>
            <a:r>
              <a:rPr lang="en-US" sz="2400" b="1" noProof="1">
                <a:latin typeface="Times New Roman"/>
                <a:cs typeface="Times New Roman"/>
              </a:rPr>
              <a:t>Cron</a:t>
            </a:r>
            <a:r>
              <a:rPr lang="en-US" sz="2400" b="1" noProof="1">
                <a:latin typeface="Times New Roman"/>
                <a:ea typeface="+mn-lt"/>
                <a:cs typeface="+mn-lt"/>
              </a:rPr>
              <a:t> &amp; </a:t>
            </a:r>
            <a:r>
              <a:rPr lang="en-US" sz="2400" b="1" noProof="1">
                <a:latin typeface="Times New Roman"/>
                <a:cs typeface="Times New Roman"/>
              </a:rPr>
              <a:t>Crontab</a:t>
            </a:r>
            <a:r>
              <a:rPr lang="en-US" sz="2400" b="1" noProof="1">
                <a:latin typeface="Times New Roman"/>
                <a:ea typeface="+mn-lt"/>
                <a:cs typeface="+mn-lt"/>
              </a:rPr>
              <a:t> (Planificator de Sarcini)</a:t>
            </a:r>
            <a:r>
              <a:rPr lang="en-US" sz="2400" noProof="1">
                <a:latin typeface="Times New Roman"/>
                <a:ea typeface="+mn-lt"/>
                <a:cs typeface="+mn-lt"/>
              </a:rPr>
              <a:t>:</a:t>
            </a:r>
          </a:p>
          <a:p>
            <a:pPr marL="800100" lvl="2" indent="-342900">
              <a:buFont typeface="Arial"/>
              <a:buChar char="•"/>
            </a:pPr>
            <a:r>
              <a:rPr lang="en-US" sz="2400" noProof="1">
                <a:latin typeface="Times New Roman"/>
                <a:ea typeface="+mn-lt"/>
                <a:cs typeface="+mn-lt"/>
              </a:rPr>
              <a:t>Asigură funcționarea continuă (24/7) a monitorului în fundal (background).</a:t>
            </a:r>
          </a:p>
          <a:p>
            <a:pPr marL="800100" lvl="2" indent="-342900">
              <a:buFont typeface="Arial"/>
              <a:buChar char="•"/>
            </a:pPr>
            <a:r>
              <a:rPr lang="en-US" sz="2400" noProof="1">
                <a:latin typeface="Times New Roman"/>
                <a:ea typeface="+mn-lt"/>
                <a:cs typeface="+mn-lt"/>
              </a:rPr>
              <a:t>Execuția orară (</a:t>
            </a:r>
            <a:r>
              <a:rPr lang="en-US" sz="2400" noProof="1">
                <a:latin typeface="Times New Roman"/>
                <a:cs typeface="Times New Roman"/>
              </a:rPr>
              <a:t>0 * * * *</a:t>
            </a:r>
            <a:r>
              <a:rPr lang="en-US" sz="2400" noProof="1">
                <a:latin typeface="Times New Roman"/>
                <a:ea typeface="+mn-lt"/>
                <a:cs typeface="+mn-lt"/>
              </a:rPr>
              <a:t>) garantează captarea datelor înainte de procesul de </a:t>
            </a:r>
            <a:r>
              <a:rPr lang="en-US" sz="2400" b="1" noProof="1">
                <a:latin typeface="Times New Roman"/>
                <a:ea typeface="+mn-lt"/>
                <a:cs typeface="+mn-lt"/>
              </a:rPr>
              <a:t>Log Rotation</a:t>
            </a:r>
            <a:r>
              <a:rPr lang="en-US" sz="2400" noProof="1">
                <a:latin typeface="Times New Roman"/>
                <a:ea typeface="+mn-lt"/>
                <a:cs typeface="+mn-lt"/>
              </a:rPr>
              <a:t> (arhivarea automată a logurilor).</a:t>
            </a:r>
          </a:p>
          <a:p>
            <a:endParaRPr lang="en-US" sz="2400" b="1" noProof="1">
              <a:latin typeface="Times New Roman"/>
              <a:cs typeface="Times New Roman"/>
            </a:endParaRPr>
          </a:p>
          <a:p>
            <a:pPr marL="342900" indent="-342900">
              <a:buFont typeface="Arial"/>
              <a:buChar char="•"/>
            </a:pPr>
            <a:r>
              <a:rPr lang="en-US" sz="2400" b="1" noProof="1">
                <a:latin typeface="Times New Roman"/>
                <a:ea typeface="+mn-lt"/>
                <a:cs typeface="+mn-lt"/>
              </a:rPr>
              <a:t>Sursa Datelor</a:t>
            </a:r>
            <a:r>
              <a:rPr lang="en-US" sz="2400" b="1" noProof="1">
                <a:latin typeface="Times New Roman"/>
                <a:cs typeface="Times New Roman"/>
              </a:rPr>
              <a:t>:</a:t>
            </a:r>
            <a:endParaRPr lang="en-US" sz="2400" noProof="1">
              <a:latin typeface="Times New Roman"/>
              <a:cs typeface="Times New Roman"/>
            </a:endParaRPr>
          </a:p>
          <a:p>
            <a:pPr marL="800100" lvl="2" indent="-342900">
              <a:buFont typeface="Arial"/>
              <a:buChar char="•"/>
            </a:pPr>
            <a:r>
              <a:rPr lang="en-US" sz="2400" noProof="1">
                <a:latin typeface="Times New Roman"/>
                <a:ea typeface="+mn-lt"/>
                <a:cs typeface="+mn-lt"/>
              </a:rPr>
              <a:t>Proiectul se bazează pe analiza fișierului standard </a:t>
            </a:r>
            <a:r>
              <a:rPr lang="en-US" sz="2400" noProof="1">
                <a:latin typeface="Times New Roman"/>
                <a:cs typeface="Times New Roman"/>
              </a:rPr>
              <a:t>/var/log/dpkg.log</a:t>
            </a:r>
            <a:r>
              <a:rPr lang="en-US" sz="2400" noProof="1">
                <a:latin typeface="Times New Roman"/>
                <a:ea typeface="+mn-lt"/>
                <a:cs typeface="+mn-lt"/>
              </a:rPr>
              <a:t> prezent în sistemele Debian/Ubuntu.</a:t>
            </a:r>
          </a:p>
          <a:p>
            <a:pPr marL="0" lvl="1"/>
            <a:endParaRPr lang="en-US" sz="2400" noProof="1">
              <a:latin typeface="Times New Roman"/>
              <a:cs typeface="Times New Roman"/>
            </a:endParaRPr>
          </a:p>
        </p:txBody>
      </p:sp>
    </p:spTree>
    <p:extLst>
      <p:ext uri="{BB962C8B-B14F-4D97-AF65-F5344CB8AC3E}">
        <p14:creationId xmlns:p14="http://schemas.microsoft.com/office/powerpoint/2010/main" val="33098239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10D1E-8B3E-984A-EA6B-D4504527805D}"/>
            </a:ext>
          </a:extLst>
        </p:cNvPr>
        <p:cNvGrpSpPr/>
        <p:nvPr/>
      </p:nvGrpSpPr>
      <p:grpSpPr>
        <a:xfrm>
          <a:off x="0" y="0"/>
          <a:ext cx="0" cy="0"/>
          <a:chOff x="0" y="0"/>
          <a:chExt cx="0" cy="0"/>
        </a:xfrm>
      </p:grpSpPr>
      <p:sp>
        <p:nvSpPr>
          <p:cNvPr id="4" name="Date Placeholder 3">
            <a:extLst>
              <a:ext uri="{FF2B5EF4-FFF2-40B4-BE49-F238E27FC236}">
                <a16:creationId xmlns:a16="http://schemas.microsoft.com/office/drawing/2014/main" id="{88FCFC99-E355-D588-6DDA-0C9A3EFE26D1}"/>
              </a:ext>
            </a:extLst>
          </p:cNvPr>
          <p:cNvSpPr>
            <a:spLocks noGrp="1"/>
          </p:cNvSpPr>
          <p:nvPr>
            <p:ph type="dt" sz="half" idx="10"/>
          </p:nvPr>
        </p:nvSpPr>
        <p:spPr/>
        <p:txBody>
          <a:bodyPr/>
          <a:lstStyle/>
          <a:p>
            <a:fld id="{F08484A4-D2B4-464A-A7A7-CC47476E9548}" type="datetime1">
              <a:t>1/14/2026</a:t>
            </a:fld>
            <a:endParaRPr lang="en-US"/>
          </a:p>
        </p:txBody>
      </p:sp>
      <p:sp>
        <p:nvSpPr>
          <p:cNvPr id="5" name="Footer Placeholder 4">
            <a:extLst>
              <a:ext uri="{FF2B5EF4-FFF2-40B4-BE49-F238E27FC236}">
                <a16:creationId xmlns:a16="http://schemas.microsoft.com/office/drawing/2014/main" id="{2713F856-3F57-1405-C307-11A4BD52749E}"/>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EC75EB13-45CA-7E15-8AF9-1CA81B173344}"/>
              </a:ext>
            </a:extLst>
          </p:cNvPr>
          <p:cNvSpPr>
            <a:spLocks noGrp="1"/>
          </p:cNvSpPr>
          <p:nvPr>
            <p:ph type="sldNum" sz="quarter" idx="12"/>
          </p:nvPr>
        </p:nvSpPr>
        <p:spPr/>
        <p:txBody>
          <a:bodyPr/>
          <a:lstStyle/>
          <a:p>
            <a:fld id="{5E4DE196-8A13-4FF7-A07E-102851959EAB}" type="slidenum">
              <a:rPr lang="en-US" dirty="0"/>
              <a:t>5</a:t>
            </a:fld>
            <a:endParaRPr lang="en-US"/>
          </a:p>
        </p:txBody>
      </p:sp>
      <p:sp>
        <p:nvSpPr>
          <p:cNvPr id="9" name="TextBox 8">
            <a:extLst>
              <a:ext uri="{FF2B5EF4-FFF2-40B4-BE49-F238E27FC236}">
                <a16:creationId xmlns:a16="http://schemas.microsoft.com/office/drawing/2014/main" id="{59F3A9EF-7118-A136-50E9-8D0FE55490B8}"/>
              </a:ext>
            </a:extLst>
          </p:cNvPr>
          <p:cNvSpPr txBox="1"/>
          <p:nvPr/>
        </p:nvSpPr>
        <p:spPr>
          <a:xfrm>
            <a:off x="782594" y="453082"/>
            <a:ext cx="10431161" cy="415498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i="1" noProof="1">
                <a:latin typeface="Times New Roman"/>
                <a:ea typeface="+mn-lt"/>
                <a:cs typeface="+mn-lt"/>
              </a:rPr>
              <a:t>Acest slide demonstrează că proiectul este un utilitar CLI profesional, nu doar un simplu script.</a:t>
            </a:r>
            <a:endParaRPr lang="en-US" sz="2400" noProof="1">
              <a:latin typeface="Times New Roman"/>
              <a:ea typeface="+mn-lt"/>
              <a:cs typeface="+mn-lt"/>
            </a:endParaRPr>
          </a:p>
          <a:p>
            <a:endParaRPr lang="en-US" sz="2400" i="1" noProof="1">
              <a:latin typeface="Times New Roman"/>
              <a:cs typeface="Times New Roman"/>
            </a:endParaRPr>
          </a:p>
          <a:p>
            <a:pPr marL="342900" indent="-342900">
              <a:buFont typeface="Arial"/>
              <a:buChar char="•"/>
            </a:pPr>
            <a:r>
              <a:rPr lang="en-US" sz="2400" b="1" noProof="1">
                <a:latin typeface="Times New Roman"/>
                <a:ea typeface="+mn-lt"/>
                <a:cs typeface="+mn-lt"/>
              </a:rPr>
              <a:t>Legături Simbolice (Symlinks - ln -s):</a:t>
            </a:r>
          </a:p>
          <a:p>
            <a:pPr marL="800100" lvl="2" indent="-342900">
              <a:buFont typeface="Arial"/>
              <a:buChar char="•"/>
            </a:pPr>
            <a:r>
              <a:rPr lang="en-US" sz="2400" noProof="1">
                <a:latin typeface="Times New Roman"/>
                <a:ea typeface="+mn-lt"/>
                <a:cs typeface="+mn-lt"/>
              </a:rPr>
              <a:t>Crearea unei scurtături globale în /usr/local/bin</a:t>
            </a:r>
          </a:p>
          <a:p>
            <a:pPr marL="800100" lvl="2" indent="-342900">
              <a:buFont typeface="Arial"/>
              <a:buChar char="•"/>
            </a:pPr>
            <a:r>
              <a:rPr lang="en-US" sz="2400" noProof="1">
                <a:latin typeface="Times New Roman"/>
                <a:ea typeface="+mn-lt"/>
                <a:cs typeface="+mn-lt"/>
              </a:rPr>
              <a:t>Permite utilizatorului să ruleze programul din orice director al terminalului.</a:t>
            </a:r>
          </a:p>
          <a:p>
            <a:endParaRPr lang="en-US" sz="2400" b="1" noProof="1">
              <a:latin typeface="Times New Roman"/>
              <a:cs typeface="Times New Roman"/>
            </a:endParaRPr>
          </a:p>
          <a:p>
            <a:pPr marL="342900" indent="-342900">
              <a:buFont typeface="Arial"/>
              <a:buChar char="•"/>
            </a:pPr>
            <a:r>
              <a:rPr lang="en-US" sz="2400" b="1" noProof="1">
                <a:latin typeface="Times New Roman"/>
                <a:ea typeface="+mn-lt"/>
                <a:cs typeface="+mn-lt"/>
              </a:rPr>
              <a:t>Gestionarea Erorilor (Error Handling)</a:t>
            </a:r>
            <a:r>
              <a:rPr lang="en-US" sz="2400" b="1" noProof="1">
                <a:latin typeface="Times New Roman"/>
                <a:ea typeface="+mn-lt"/>
                <a:cs typeface="Times New Roman"/>
              </a:rPr>
              <a:t>:</a:t>
            </a:r>
            <a:endParaRPr lang="en-US" sz="2400" b="1" noProof="1">
              <a:latin typeface="Times New Roman"/>
              <a:cs typeface="Times New Roman"/>
            </a:endParaRPr>
          </a:p>
          <a:p>
            <a:pPr marL="800100" lvl="2" indent="-342900">
              <a:buFont typeface="Arial"/>
              <a:buChar char="•"/>
            </a:pPr>
            <a:r>
              <a:rPr lang="en-US" sz="2400" noProof="1">
                <a:latin typeface="Times New Roman"/>
                <a:ea typeface="+mn-lt"/>
                <a:cs typeface="+mn-lt"/>
              </a:rPr>
              <a:t>Scripturile folosesc verificări stricte (</a:t>
            </a:r>
            <a:r>
              <a:rPr lang="en-US" sz="2400" noProof="1">
                <a:latin typeface="Times New Roman"/>
                <a:cs typeface="Times New Roman"/>
              </a:rPr>
              <a:t>if [ -f ... </a:t>
            </a:r>
            <a:r>
              <a:rPr lang="en-US" sz="2400" noProof="1">
                <a:latin typeface="Times New Roman"/>
                <a:ea typeface="+mn-lt"/>
                <a:cs typeface="+mn-lt"/>
              </a:rPr>
              <a:t>]) și coduri de ieșire (exit 1, $?).</a:t>
            </a:r>
          </a:p>
          <a:p>
            <a:pPr marL="0" lvl="1"/>
            <a:endParaRPr lang="en-US" sz="2400" noProof="1">
              <a:latin typeface="Times New Roman"/>
              <a:cs typeface="Times New Roman"/>
            </a:endParaRPr>
          </a:p>
        </p:txBody>
      </p:sp>
    </p:spTree>
    <p:extLst>
      <p:ext uri="{BB962C8B-B14F-4D97-AF65-F5344CB8AC3E}">
        <p14:creationId xmlns:p14="http://schemas.microsoft.com/office/powerpoint/2010/main" val="37464917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F53C613-9F53-88D0-E8D5-B0C02EF9C99A}"/>
              </a:ext>
            </a:extLst>
          </p:cNvPr>
          <p:cNvSpPr>
            <a:spLocks noGrp="1"/>
          </p:cNvSpPr>
          <p:nvPr>
            <p:ph type="dt" sz="half" idx="10"/>
          </p:nvPr>
        </p:nvSpPr>
        <p:spPr/>
        <p:txBody>
          <a:bodyPr/>
          <a:lstStyle/>
          <a:p>
            <a:fld id="{4BB8A4B6-686A-42D3-87B0-2ACF4AC27362}" type="datetime1">
              <a:t>1/14/2026</a:t>
            </a:fld>
            <a:endParaRPr lang="en-US"/>
          </a:p>
        </p:txBody>
      </p:sp>
      <p:sp>
        <p:nvSpPr>
          <p:cNvPr id="3" name="Footer Placeholder 2">
            <a:extLst>
              <a:ext uri="{FF2B5EF4-FFF2-40B4-BE49-F238E27FC236}">
                <a16:creationId xmlns:a16="http://schemas.microsoft.com/office/drawing/2014/main" id="{A976CED8-7852-28AF-7263-DDC27A9D5C4C}"/>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5387BD12-E6B0-60BD-000A-0900E2DED244}"/>
              </a:ext>
            </a:extLst>
          </p:cNvPr>
          <p:cNvSpPr>
            <a:spLocks noGrp="1"/>
          </p:cNvSpPr>
          <p:nvPr>
            <p:ph type="sldNum" sz="quarter" idx="12"/>
          </p:nvPr>
        </p:nvSpPr>
        <p:spPr/>
        <p:txBody>
          <a:bodyPr/>
          <a:lstStyle/>
          <a:p>
            <a:fld id="{5E4DE196-8A13-4FF7-A07E-102851959EAB}" type="slidenum">
              <a:rPr lang="en-US" dirty="0"/>
              <a:t>6</a:t>
            </a:fld>
            <a:endParaRPr lang="en-US"/>
          </a:p>
        </p:txBody>
      </p:sp>
      <p:sp>
        <p:nvSpPr>
          <p:cNvPr id="5" name="TextBox 4">
            <a:extLst>
              <a:ext uri="{FF2B5EF4-FFF2-40B4-BE49-F238E27FC236}">
                <a16:creationId xmlns:a16="http://schemas.microsoft.com/office/drawing/2014/main" id="{06EE4806-19CE-3D8C-4CB2-EAF55299FB9A}"/>
              </a:ext>
            </a:extLst>
          </p:cNvPr>
          <p:cNvSpPr txBox="1"/>
          <p:nvPr/>
        </p:nvSpPr>
        <p:spPr>
          <a:xfrm>
            <a:off x="1030941" y="437029"/>
            <a:ext cx="10387852" cy="50167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200" b="1" i="1" noProof="1">
                <a:latin typeface="Times New Roman"/>
                <a:ea typeface="+mn-lt"/>
                <a:cs typeface="+mn-lt"/>
              </a:rPr>
              <a:t>Ierarhia proiectului</a:t>
            </a:r>
          </a:p>
          <a:p>
            <a:endParaRPr lang="en-US" sz="2400" b="1" noProof="1">
              <a:latin typeface="Times New Roman"/>
              <a:cs typeface="Times New Roman"/>
            </a:endParaRPr>
          </a:p>
          <a:p>
            <a:r>
              <a:rPr lang="en-US" sz="2400" noProof="1">
                <a:latin typeface="Times New Roman"/>
                <a:ea typeface="+mn-lt"/>
                <a:cs typeface="+mn-lt"/>
              </a:rPr>
              <a:t>itbi_packagelog/</a:t>
            </a:r>
            <a:endParaRPr lang="en-US" sz="2400" noProof="1">
              <a:latin typeface="Times New Roman"/>
              <a:cs typeface="Times New Roman"/>
            </a:endParaRPr>
          </a:p>
          <a:p>
            <a:r>
              <a:rPr lang="en-US" sz="2400" noProof="1">
                <a:latin typeface="Times New Roman"/>
                <a:ea typeface="+mn-lt"/>
                <a:cs typeface="+mn-lt"/>
              </a:rPr>
              <a:t>  setup.sh               # Script de instalare și configurare (Installer)</a:t>
            </a:r>
            <a:endParaRPr lang="en-US" sz="2400" noProof="1">
              <a:latin typeface="Times New Roman"/>
              <a:cs typeface="Times New Roman"/>
            </a:endParaRPr>
          </a:p>
          <a:p>
            <a:r>
              <a:rPr lang="en-US" sz="2400" noProof="1">
                <a:latin typeface="Times New Roman"/>
                <a:ea typeface="+mn-lt"/>
                <a:cs typeface="+mn-lt"/>
              </a:rPr>
              <a:t>  process.sh           # Backend: Colectare date și actualizare DB (Cron job)</a:t>
            </a:r>
          </a:p>
          <a:p>
            <a:r>
              <a:rPr lang="en-US" sz="2400" noProof="1">
                <a:latin typeface="Times New Roman"/>
                <a:ea typeface="+mn-lt"/>
                <a:cs typeface="+mn-lt"/>
              </a:rPr>
              <a:t>  packagelog.sh       # Frontend: Interfață CLI pentru utilizator</a:t>
            </a:r>
            <a:endParaRPr lang="en-US" sz="2400" noProof="1">
              <a:latin typeface="Times New Roman"/>
              <a:cs typeface="Times New Roman"/>
            </a:endParaRPr>
          </a:p>
          <a:p>
            <a:endParaRPr lang="en-US" sz="2400" noProof="1">
              <a:latin typeface="Times New Roman"/>
              <a:cs typeface="Times New Roman"/>
            </a:endParaRPr>
          </a:p>
          <a:p>
            <a:endParaRPr lang="en-US" sz="2400" noProof="1">
              <a:latin typeface="Times New Roman"/>
              <a:cs typeface="Times New Roman"/>
            </a:endParaRPr>
          </a:p>
          <a:p>
            <a:endParaRPr lang="en-US" sz="2400" noProof="1">
              <a:latin typeface="Times New Roman"/>
              <a:ea typeface="+mn-lt"/>
              <a:cs typeface="+mn-lt"/>
            </a:endParaRPr>
          </a:p>
          <a:p>
            <a:r>
              <a:rPr lang="en-US" sz="2400" noProof="1">
                <a:latin typeface="Times New Roman"/>
                <a:ea typeface="+mn-lt"/>
                <a:cs typeface="+mn-lt"/>
              </a:rPr>
              <a:t>Fișiere de Sistem (Create după instalare):</a:t>
            </a:r>
            <a:endParaRPr lang="en-US" sz="2400" noProof="1">
              <a:latin typeface="Times New Roman"/>
              <a:cs typeface="Times New Roman"/>
            </a:endParaRPr>
          </a:p>
          <a:p>
            <a:r>
              <a:rPr lang="en-US" sz="2400" noProof="1">
                <a:latin typeface="Times New Roman"/>
                <a:ea typeface="+mn-lt"/>
                <a:cs typeface="+mn-lt"/>
              </a:rPr>
              <a:t>  /usr/local/bin/packagelog --&gt; Link simbolic (Scurtătură globală)</a:t>
            </a:r>
            <a:endParaRPr lang="en-US" sz="2400" noProof="1">
              <a:latin typeface="Times New Roman"/>
              <a:cs typeface="Times New Roman"/>
            </a:endParaRPr>
          </a:p>
          <a:p>
            <a:r>
              <a:rPr lang="en-US" sz="2400" noProof="1">
                <a:latin typeface="Times New Roman"/>
                <a:ea typeface="+mn-lt"/>
                <a:cs typeface="+mn-lt"/>
              </a:rPr>
              <a:t>  /var/log/dpkg.log            --&gt; Sursa datelor (Input)</a:t>
            </a:r>
            <a:endParaRPr lang="en-US" sz="2400" noProof="1">
              <a:latin typeface="Times New Roman"/>
              <a:cs typeface="Times New Roman"/>
            </a:endParaRPr>
          </a:p>
          <a:p>
            <a:r>
              <a:rPr lang="en-US" sz="2400" noProof="1">
                <a:latin typeface="Times New Roman"/>
                <a:ea typeface="+mn-lt"/>
                <a:cs typeface="+mn-lt"/>
              </a:rPr>
              <a:t>  ~/.package_monitor.db      --&gt; Baza de date procesată (Output)</a:t>
            </a:r>
            <a:endParaRPr lang="en-US" sz="2400" noProof="1">
              <a:latin typeface="Times New Roman"/>
              <a:cs typeface="Times New Roman"/>
            </a:endParaRPr>
          </a:p>
        </p:txBody>
      </p:sp>
    </p:spTree>
    <p:extLst>
      <p:ext uri="{BB962C8B-B14F-4D97-AF65-F5344CB8AC3E}">
        <p14:creationId xmlns:p14="http://schemas.microsoft.com/office/powerpoint/2010/main" val="2150972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7E80A8E-585C-C21A-E9C5-184970BFF465}"/>
              </a:ext>
            </a:extLst>
          </p:cNvPr>
          <p:cNvSpPr>
            <a:spLocks noGrp="1"/>
          </p:cNvSpPr>
          <p:nvPr>
            <p:ph type="dt" sz="half" idx="10"/>
          </p:nvPr>
        </p:nvSpPr>
        <p:spPr/>
        <p:txBody>
          <a:bodyPr/>
          <a:lstStyle/>
          <a:p>
            <a:fld id="{97260B42-0B13-451A-B02C-FD413D3139BB}" type="datetime1">
              <a:t>1/14/2026</a:t>
            </a:fld>
            <a:endParaRPr lang="en-US"/>
          </a:p>
        </p:txBody>
      </p:sp>
      <p:sp>
        <p:nvSpPr>
          <p:cNvPr id="3" name="Footer Placeholder 2">
            <a:extLst>
              <a:ext uri="{FF2B5EF4-FFF2-40B4-BE49-F238E27FC236}">
                <a16:creationId xmlns:a16="http://schemas.microsoft.com/office/drawing/2014/main" id="{27AF7CA5-6F2A-A2B8-56EA-126D88EF3B68}"/>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2A14B6EF-2BA3-B953-C39A-959A58909F9D}"/>
              </a:ext>
            </a:extLst>
          </p:cNvPr>
          <p:cNvSpPr>
            <a:spLocks noGrp="1"/>
          </p:cNvSpPr>
          <p:nvPr>
            <p:ph type="sldNum" sz="quarter" idx="12"/>
          </p:nvPr>
        </p:nvSpPr>
        <p:spPr/>
        <p:txBody>
          <a:bodyPr/>
          <a:lstStyle/>
          <a:p>
            <a:fld id="{5E4DE196-8A13-4FF7-A07E-102851959EAB}" type="slidenum">
              <a:rPr lang="en-US" dirty="0"/>
              <a:t>7</a:t>
            </a:fld>
            <a:endParaRPr lang="en-US"/>
          </a:p>
        </p:txBody>
      </p:sp>
      <p:pic>
        <p:nvPicPr>
          <p:cNvPr id="9" name="Picture 8" descr="A screenshot of a computer screen">
            <a:extLst>
              <a:ext uri="{FF2B5EF4-FFF2-40B4-BE49-F238E27FC236}">
                <a16:creationId xmlns:a16="http://schemas.microsoft.com/office/drawing/2014/main" id="{160FC51D-6377-EE29-C5F4-7E081E16038D}"/>
              </a:ext>
            </a:extLst>
          </p:cNvPr>
          <p:cNvPicPr>
            <a:picLocks noChangeAspect="1"/>
          </p:cNvPicPr>
          <p:nvPr/>
        </p:nvPicPr>
        <p:blipFill>
          <a:blip r:embed="rId2"/>
          <a:stretch>
            <a:fillRect/>
          </a:stretch>
        </p:blipFill>
        <p:spPr>
          <a:xfrm>
            <a:off x="935895" y="1217654"/>
            <a:ext cx="10484967" cy="4989042"/>
          </a:xfrm>
          <a:prstGeom prst="rect">
            <a:avLst/>
          </a:prstGeom>
        </p:spPr>
      </p:pic>
      <p:sp>
        <p:nvSpPr>
          <p:cNvPr id="10" name="TextBox 9">
            <a:extLst>
              <a:ext uri="{FF2B5EF4-FFF2-40B4-BE49-F238E27FC236}">
                <a16:creationId xmlns:a16="http://schemas.microsoft.com/office/drawing/2014/main" id="{4B68A8DD-F996-BBE9-44BF-35257D20C62E}"/>
              </a:ext>
            </a:extLst>
          </p:cNvPr>
          <p:cNvSpPr txBox="1"/>
          <p:nvPr/>
        </p:nvSpPr>
        <p:spPr>
          <a:xfrm>
            <a:off x="937054" y="357187"/>
            <a:ext cx="10494874" cy="707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noProof="1">
                <a:latin typeface="Times New Roman"/>
                <a:ea typeface="+mn-lt"/>
                <a:cs typeface="+mn-lt"/>
              </a:rPr>
              <a:t>setup.sh</a:t>
            </a:r>
            <a:r>
              <a:rPr lang="en-US" sz="2000" noProof="1">
                <a:latin typeface="Times New Roman"/>
                <a:ea typeface="+mn-lt"/>
                <a:cs typeface="+mn-lt"/>
              </a:rPr>
              <a:t> -&gt; Acest script configurează permisiunile de execuție necesare și setează automat sarcina Cron pentru ca monitorizarea să ruleze continuu în fundal </a:t>
            </a:r>
          </a:p>
        </p:txBody>
      </p:sp>
    </p:spTree>
    <p:extLst>
      <p:ext uri="{BB962C8B-B14F-4D97-AF65-F5344CB8AC3E}">
        <p14:creationId xmlns:p14="http://schemas.microsoft.com/office/powerpoint/2010/main" val="17885417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CCE985-6432-AA4F-5BD5-A1C1D582FF55}"/>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B9AEE359-F933-0961-114D-520BC7640275}"/>
              </a:ext>
            </a:extLst>
          </p:cNvPr>
          <p:cNvSpPr>
            <a:spLocks noGrp="1"/>
          </p:cNvSpPr>
          <p:nvPr>
            <p:ph type="dt" sz="half" idx="10"/>
          </p:nvPr>
        </p:nvSpPr>
        <p:spPr/>
        <p:txBody>
          <a:bodyPr/>
          <a:lstStyle/>
          <a:p>
            <a:fld id="{97260B42-0B13-451A-B02C-FD413D3139BB}" type="datetime1">
              <a:t>1/14/2026</a:t>
            </a:fld>
            <a:endParaRPr lang="en-US"/>
          </a:p>
        </p:txBody>
      </p:sp>
      <p:sp>
        <p:nvSpPr>
          <p:cNvPr id="3" name="Footer Placeholder 2">
            <a:extLst>
              <a:ext uri="{FF2B5EF4-FFF2-40B4-BE49-F238E27FC236}">
                <a16:creationId xmlns:a16="http://schemas.microsoft.com/office/drawing/2014/main" id="{16397804-ECE4-EBE7-A443-4798D84B5BC1}"/>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69A68CEB-2DF1-DFE7-F68C-48474C88A7AD}"/>
              </a:ext>
            </a:extLst>
          </p:cNvPr>
          <p:cNvSpPr>
            <a:spLocks noGrp="1"/>
          </p:cNvSpPr>
          <p:nvPr>
            <p:ph type="sldNum" sz="quarter" idx="12"/>
          </p:nvPr>
        </p:nvSpPr>
        <p:spPr/>
        <p:txBody>
          <a:bodyPr/>
          <a:lstStyle/>
          <a:p>
            <a:fld id="{5E4DE196-8A13-4FF7-A07E-102851959EAB}" type="slidenum">
              <a:rPr lang="en-US" dirty="0"/>
              <a:t>8</a:t>
            </a:fld>
            <a:endParaRPr lang="en-US"/>
          </a:p>
        </p:txBody>
      </p:sp>
      <p:sp>
        <p:nvSpPr>
          <p:cNvPr id="10" name="TextBox 9">
            <a:extLst>
              <a:ext uri="{FF2B5EF4-FFF2-40B4-BE49-F238E27FC236}">
                <a16:creationId xmlns:a16="http://schemas.microsoft.com/office/drawing/2014/main" id="{0ED67554-0CD0-7053-61C8-DF471A73D379}"/>
              </a:ext>
            </a:extLst>
          </p:cNvPr>
          <p:cNvSpPr txBox="1"/>
          <p:nvPr/>
        </p:nvSpPr>
        <p:spPr>
          <a:xfrm>
            <a:off x="937054" y="357187"/>
            <a:ext cx="10494874" cy="707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noProof="1">
                <a:latin typeface="Times New Roman"/>
                <a:ea typeface="+mn-lt"/>
                <a:cs typeface="+mn-lt"/>
              </a:rPr>
              <a:t>process.sh</a:t>
            </a:r>
            <a:r>
              <a:rPr lang="en-US" sz="2000" noProof="1">
                <a:latin typeface="Times New Roman"/>
                <a:ea typeface="+mn-lt"/>
                <a:cs typeface="+mn-lt"/>
              </a:rPr>
              <a:t> -&gt; Acest script analizează jurnalele de sistem (dpkg.log) pentru a extrage datele privind instalarea și ștergerea pachetelor, salvându-le într-o bază de date structurată.</a:t>
            </a:r>
          </a:p>
        </p:txBody>
      </p:sp>
      <p:pic>
        <p:nvPicPr>
          <p:cNvPr id="5" name="Picture 4" descr="A computer screen shot of text&#10;&#10;AI-generated content may be incorrect.">
            <a:extLst>
              <a:ext uri="{FF2B5EF4-FFF2-40B4-BE49-F238E27FC236}">
                <a16:creationId xmlns:a16="http://schemas.microsoft.com/office/drawing/2014/main" id="{3A56CDBA-6144-7CD9-5595-5A594F99A730}"/>
              </a:ext>
            </a:extLst>
          </p:cNvPr>
          <p:cNvPicPr>
            <a:picLocks noChangeAspect="1"/>
          </p:cNvPicPr>
          <p:nvPr/>
        </p:nvPicPr>
        <p:blipFill>
          <a:blip r:embed="rId2"/>
          <a:stretch>
            <a:fillRect/>
          </a:stretch>
        </p:blipFill>
        <p:spPr>
          <a:xfrm>
            <a:off x="934737" y="1260002"/>
            <a:ext cx="10322526" cy="4791075"/>
          </a:xfrm>
          <a:prstGeom prst="rect">
            <a:avLst/>
          </a:prstGeom>
        </p:spPr>
      </p:pic>
    </p:spTree>
    <p:extLst>
      <p:ext uri="{BB962C8B-B14F-4D97-AF65-F5344CB8AC3E}">
        <p14:creationId xmlns:p14="http://schemas.microsoft.com/office/powerpoint/2010/main" val="4453297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5CEF8-481A-3EFC-80E7-BF1EAE106544}"/>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D082B4E2-AE7A-D980-6928-FF24AB0542E8}"/>
              </a:ext>
            </a:extLst>
          </p:cNvPr>
          <p:cNvSpPr>
            <a:spLocks noGrp="1"/>
          </p:cNvSpPr>
          <p:nvPr>
            <p:ph type="dt" sz="half" idx="10"/>
          </p:nvPr>
        </p:nvSpPr>
        <p:spPr/>
        <p:txBody>
          <a:bodyPr/>
          <a:lstStyle/>
          <a:p>
            <a:fld id="{97260B42-0B13-451A-B02C-FD413D3139BB}" type="datetime1">
              <a:t>1/14/2026</a:t>
            </a:fld>
            <a:endParaRPr lang="en-US"/>
          </a:p>
        </p:txBody>
      </p:sp>
      <p:sp>
        <p:nvSpPr>
          <p:cNvPr id="3" name="Footer Placeholder 2">
            <a:extLst>
              <a:ext uri="{FF2B5EF4-FFF2-40B4-BE49-F238E27FC236}">
                <a16:creationId xmlns:a16="http://schemas.microsoft.com/office/drawing/2014/main" id="{CF03789C-DE89-0088-F616-BF3801797D13}"/>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BA77EE07-F078-D7E4-0D1F-AEBEFD0BF4BC}"/>
              </a:ext>
            </a:extLst>
          </p:cNvPr>
          <p:cNvSpPr>
            <a:spLocks noGrp="1"/>
          </p:cNvSpPr>
          <p:nvPr>
            <p:ph type="sldNum" sz="quarter" idx="12"/>
          </p:nvPr>
        </p:nvSpPr>
        <p:spPr/>
        <p:txBody>
          <a:bodyPr/>
          <a:lstStyle/>
          <a:p>
            <a:fld id="{5E4DE196-8A13-4FF7-A07E-102851959EAB}" type="slidenum">
              <a:rPr lang="en-US" dirty="0"/>
              <a:t>9</a:t>
            </a:fld>
            <a:endParaRPr lang="en-US"/>
          </a:p>
        </p:txBody>
      </p:sp>
      <p:sp>
        <p:nvSpPr>
          <p:cNvPr id="10" name="TextBox 9">
            <a:extLst>
              <a:ext uri="{FF2B5EF4-FFF2-40B4-BE49-F238E27FC236}">
                <a16:creationId xmlns:a16="http://schemas.microsoft.com/office/drawing/2014/main" id="{B340D1C9-E5F0-DBB4-0B54-DB7B8DDB3E07}"/>
              </a:ext>
            </a:extLst>
          </p:cNvPr>
          <p:cNvSpPr txBox="1"/>
          <p:nvPr/>
        </p:nvSpPr>
        <p:spPr>
          <a:xfrm>
            <a:off x="937054" y="357187"/>
            <a:ext cx="10494874" cy="707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noProof="1">
                <a:latin typeface="Times New Roman"/>
                <a:ea typeface="+mn-lt"/>
                <a:cs typeface="+mn-lt"/>
              </a:rPr>
              <a:t>packagelog.sh</a:t>
            </a:r>
            <a:r>
              <a:rPr lang="en-US" sz="2000" noProof="1">
                <a:latin typeface="Times New Roman"/>
                <a:ea typeface="+mn-lt"/>
                <a:cs typeface="+mn-lt"/>
              </a:rPr>
              <a:t> -&gt; </a:t>
            </a:r>
            <a:r>
              <a:rPr lang="en-US" sz="2000" b="1" noProof="1">
                <a:latin typeface="Times New Roman"/>
                <a:ea typeface="+mn-lt"/>
                <a:cs typeface="+mn-lt"/>
              </a:rPr>
              <a:t>show_help()</a:t>
            </a:r>
            <a:r>
              <a:rPr lang="en-US" sz="2000" noProof="1">
                <a:latin typeface="Times New Roman"/>
                <a:ea typeface="+mn-lt"/>
                <a:cs typeface="+mn-lt"/>
              </a:rPr>
              <a:t> -&gt; Această funcție afișează în terminal instrucțiunile de utilizare corectă și toți parametrii de comandă suportați.</a:t>
            </a:r>
          </a:p>
        </p:txBody>
      </p:sp>
      <p:pic>
        <p:nvPicPr>
          <p:cNvPr id="6" name="Picture 5" descr="A screenshot of a computer program&#10;&#10;AI-generated content may be incorrect.">
            <a:extLst>
              <a:ext uri="{FF2B5EF4-FFF2-40B4-BE49-F238E27FC236}">
                <a16:creationId xmlns:a16="http://schemas.microsoft.com/office/drawing/2014/main" id="{59DF0ED3-12FF-7BA6-110C-B4F00384A8D7}"/>
              </a:ext>
            </a:extLst>
          </p:cNvPr>
          <p:cNvPicPr>
            <a:picLocks noChangeAspect="1"/>
          </p:cNvPicPr>
          <p:nvPr/>
        </p:nvPicPr>
        <p:blipFill>
          <a:blip r:embed="rId2"/>
          <a:stretch>
            <a:fillRect/>
          </a:stretch>
        </p:blipFill>
        <p:spPr>
          <a:xfrm>
            <a:off x="937182" y="1362075"/>
            <a:ext cx="10317635" cy="4133850"/>
          </a:xfrm>
          <a:prstGeom prst="rect">
            <a:avLst/>
          </a:prstGeom>
        </p:spPr>
      </p:pic>
    </p:spTree>
    <p:extLst>
      <p:ext uri="{BB962C8B-B14F-4D97-AF65-F5344CB8AC3E}">
        <p14:creationId xmlns:p14="http://schemas.microsoft.com/office/powerpoint/2010/main" val="2100206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4C0A9-30BB-3A18-A3E0-1CA243684576}"/>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798AE29C-3094-78C5-974D-089AB20D7C6F}"/>
              </a:ext>
            </a:extLst>
          </p:cNvPr>
          <p:cNvSpPr>
            <a:spLocks noGrp="1"/>
          </p:cNvSpPr>
          <p:nvPr>
            <p:ph type="dt" sz="half" idx="10"/>
          </p:nvPr>
        </p:nvSpPr>
        <p:spPr/>
        <p:txBody>
          <a:bodyPr/>
          <a:lstStyle/>
          <a:p>
            <a:fld id="{97260B42-0B13-451A-B02C-FD413D3139BB}" type="datetime1">
              <a:t>1/14/2026</a:t>
            </a:fld>
            <a:endParaRPr lang="en-US"/>
          </a:p>
        </p:txBody>
      </p:sp>
      <p:sp>
        <p:nvSpPr>
          <p:cNvPr id="3" name="Footer Placeholder 2">
            <a:extLst>
              <a:ext uri="{FF2B5EF4-FFF2-40B4-BE49-F238E27FC236}">
                <a16:creationId xmlns:a16="http://schemas.microsoft.com/office/drawing/2014/main" id="{92412F8A-1DB9-8422-420C-88959D5D09B8}"/>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35BCDA32-A549-1D9D-197B-F23946EFF140}"/>
              </a:ext>
            </a:extLst>
          </p:cNvPr>
          <p:cNvSpPr>
            <a:spLocks noGrp="1"/>
          </p:cNvSpPr>
          <p:nvPr>
            <p:ph type="sldNum" sz="quarter" idx="12"/>
          </p:nvPr>
        </p:nvSpPr>
        <p:spPr/>
        <p:txBody>
          <a:bodyPr/>
          <a:lstStyle/>
          <a:p>
            <a:fld id="{5E4DE196-8A13-4FF7-A07E-102851959EAB}" type="slidenum">
              <a:rPr lang="en-US" dirty="0"/>
              <a:t>10</a:t>
            </a:fld>
            <a:endParaRPr lang="en-US"/>
          </a:p>
        </p:txBody>
      </p:sp>
      <p:sp>
        <p:nvSpPr>
          <p:cNvPr id="10" name="TextBox 9">
            <a:extLst>
              <a:ext uri="{FF2B5EF4-FFF2-40B4-BE49-F238E27FC236}">
                <a16:creationId xmlns:a16="http://schemas.microsoft.com/office/drawing/2014/main" id="{7963E60D-26C4-3BE0-2EA0-772CECD2A5C0}"/>
              </a:ext>
            </a:extLst>
          </p:cNvPr>
          <p:cNvSpPr txBox="1"/>
          <p:nvPr/>
        </p:nvSpPr>
        <p:spPr>
          <a:xfrm>
            <a:off x="937054" y="357187"/>
            <a:ext cx="10494874" cy="707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noProof="1">
                <a:latin typeface="Times New Roman"/>
                <a:ea typeface="+mn-lt"/>
                <a:cs typeface="+mn-lt"/>
              </a:rPr>
              <a:t>packagelog.sh</a:t>
            </a:r>
            <a:r>
              <a:rPr lang="en-US" sz="2000" noProof="1">
                <a:latin typeface="Times New Roman"/>
                <a:ea typeface="+mn-lt"/>
                <a:cs typeface="+mn-lt"/>
              </a:rPr>
              <a:t> -&gt; Acest bloc este mecanismul principal de decizie care analizează parametrii introduși de utilizator (de exemplu -i, -r) și gestionează fluxul programului. </a:t>
            </a:r>
          </a:p>
        </p:txBody>
      </p:sp>
      <p:pic>
        <p:nvPicPr>
          <p:cNvPr id="5" name="Picture 4" descr="A screenshot of a computer program&#10;&#10;AI-generated content may be incorrect.">
            <a:extLst>
              <a:ext uri="{FF2B5EF4-FFF2-40B4-BE49-F238E27FC236}">
                <a16:creationId xmlns:a16="http://schemas.microsoft.com/office/drawing/2014/main" id="{9B900923-3217-BC83-383B-06EB93271B1B}"/>
              </a:ext>
            </a:extLst>
          </p:cNvPr>
          <p:cNvPicPr>
            <a:picLocks noChangeAspect="1"/>
          </p:cNvPicPr>
          <p:nvPr/>
        </p:nvPicPr>
        <p:blipFill>
          <a:blip r:embed="rId2"/>
          <a:stretch>
            <a:fillRect/>
          </a:stretch>
        </p:blipFill>
        <p:spPr>
          <a:xfrm>
            <a:off x="937053" y="1168897"/>
            <a:ext cx="10081055" cy="5199827"/>
          </a:xfrm>
          <a:prstGeom prst="rect">
            <a:avLst/>
          </a:prstGeom>
        </p:spPr>
      </p:pic>
    </p:spTree>
    <p:extLst>
      <p:ext uri="{BB962C8B-B14F-4D97-AF65-F5344CB8AC3E}">
        <p14:creationId xmlns:p14="http://schemas.microsoft.com/office/powerpoint/2010/main" val="1337325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D1D63-CF4D-8D5C-DB40-B92F208C74F1}"/>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7EB27FFB-D649-4E01-ADFA-EDBDBA05E0C1}"/>
              </a:ext>
            </a:extLst>
          </p:cNvPr>
          <p:cNvSpPr>
            <a:spLocks noGrp="1"/>
          </p:cNvSpPr>
          <p:nvPr>
            <p:ph type="dt" sz="half" idx="10"/>
          </p:nvPr>
        </p:nvSpPr>
        <p:spPr/>
        <p:txBody>
          <a:bodyPr/>
          <a:lstStyle/>
          <a:p>
            <a:fld id="{97260B42-0B13-451A-B02C-FD413D3139BB}" type="datetime1">
              <a:t>1/14/2026</a:t>
            </a:fld>
            <a:endParaRPr lang="en-US"/>
          </a:p>
        </p:txBody>
      </p:sp>
      <p:sp>
        <p:nvSpPr>
          <p:cNvPr id="3" name="Footer Placeholder 2">
            <a:extLst>
              <a:ext uri="{FF2B5EF4-FFF2-40B4-BE49-F238E27FC236}">
                <a16:creationId xmlns:a16="http://schemas.microsoft.com/office/drawing/2014/main" id="{41D7CBF8-739E-BAA1-613F-79A4E5042EA9}"/>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A5CCB999-E276-3C07-DFBE-E8F669053949}"/>
              </a:ext>
            </a:extLst>
          </p:cNvPr>
          <p:cNvSpPr>
            <a:spLocks noGrp="1"/>
          </p:cNvSpPr>
          <p:nvPr>
            <p:ph type="sldNum" sz="quarter" idx="12"/>
          </p:nvPr>
        </p:nvSpPr>
        <p:spPr/>
        <p:txBody>
          <a:bodyPr/>
          <a:lstStyle/>
          <a:p>
            <a:fld id="{5E4DE196-8A13-4FF7-A07E-102851959EAB}" type="slidenum">
              <a:rPr lang="en-US" dirty="0"/>
              <a:t>11</a:t>
            </a:fld>
            <a:endParaRPr lang="en-US"/>
          </a:p>
        </p:txBody>
      </p:sp>
      <p:sp>
        <p:nvSpPr>
          <p:cNvPr id="10" name="TextBox 9">
            <a:extLst>
              <a:ext uri="{FF2B5EF4-FFF2-40B4-BE49-F238E27FC236}">
                <a16:creationId xmlns:a16="http://schemas.microsoft.com/office/drawing/2014/main" id="{892A6018-4667-0728-E958-EDB5550F0A3B}"/>
              </a:ext>
            </a:extLst>
          </p:cNvPr>
          <p:cNvSpPr txBox="1"/>
          <p:nvPr/>
        </p:nvSpPr>
        <p:spPr>
          <a:xfrm>
            <a:off x="937054" y="357187"/>
            <a:ext cx="10494874" cy="169277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n-US" sz="2400" b="1" noProof="1">
                <a:latin typeface="Times New Roman"/>
                <a:ea typeface="+mn-lt"/>
                <a:cs typeface="+mn-lt"/>
              </a:rPr>
              <a:t>Cum se folosește</a:t>
            </a:r>
          </a:p>
          <a:p>
            <a:pPr algn="just"/>
            <a:r>
              <a:rPr lang="en-US" sz="2000" noProof="1">
                <a:latin typeface="Times New Roman"/>
                <a:ea typeface="+mn-lt"/>
                <a:cs typeface="+mn-lt"/>
              </a:rPr>
              <a:t>Utilizatorul interacționează cu instrumentul prin intermediul terminalului, folosind parametri de comandă simpli (flags). După cum se poate vedea în capturile de ecran, este posibilă listarea pachetelor instalate, vizualizarea celor șterse sau interogarea istoricului unui pachet specific cu o singură comandă.</a:t>
            </a:r>
            <a:endParaRPr lang="en-US" noProof="1">
              <a:latin typeface="Times New Roman"/>
              <a:ea typeface="+mn-lt"/>
              <a:cs typeface="+mn-lt"/>
            </a:endParaRPr>
          </a:p>
        </p:txBody>
      </p:sp>
      <p:pic>
        <p:nvPicPr>
          <p:cNvPr id="6" name="Picture 5" descr="A screenshot of a computer program&#10;&#10;AI-generated content may be incorrect.">
            <a:extLst>
              <a:ext uri="{FF2B5EF4-FFF2-40B4-BE49-F238E27FC236}">
                <a16:creationId xmlns:a16="http://schemas.microsoft.com/office/drawing/2014/main" id="{DD488E34-61E8-78A4-DAC7-B2545425BF85}"/>
              </a:ext>
            </a:extLst>
          </p:cNvPr>
          <p:cNvPicPr>
            <a:picLocks noChangeAspect="1"/>
          </p:cNvPicPr>
          <p:nvPr/>
        </p:nvPicPr>
        <p:blipFill>
          <a:blip r:embed="rId2"/>
          <a:stretch>
            <a:fillRect/>
          </a:stretch>
        </p:blipFill>
        <p:spPr>
          <a:xfrm>
            <a:off x="933063" y="2644331"/>
            <a:ext cx="5836251" cy="2811678"/>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8B008A8B-EC28-C50D-BB66-27975166D678}"/>
              </a:ext>
            </a:extLst>
          </p:cNvPr>
          <p:cNvPicPr>
            <a:picLocks noChangeAspect="1"/>
          </p:cNvPicPr>
          <p:nvPr/>
        </p:nvPicPr>
        <p:blipFill>
          <a:blip r:embed="rId3"/>
          <a:stretch>
            <a:fillRect/>
          </a:stretch>
        </p:blipFill>
        <p:spPr>
          <a:xfrm>
            <a:off x="4669772" y="3428439"/>
            <a:ext cx="6886575" cy="2914650"/>
          </a:xfrm>
          <a:prstGeom prst="rect">
            <a:avLst/>
          </a:prstGeom>
        </p:spPr>
      </p:pic>
    </p:spTree>
    <p:extLst>
      <p:ext uri="{BB962C8B-B14F-4D97-AF65-F5344CB8AC3E}">
        <p14:creationId xmlns:p14="http://schemas.microsoft.com/office/powerpoint/2010/main" val="17126995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3D2CFC0-0E6A-A391-9051-4AC15AB7B117}"/>
              </a:ext>
            </a:extLst>
          </p:cNvPr>
          <p:cNvSpPr>
            <a:spLocks noGrp="1"/>
          </p:cNvSpPr>
          <p:nvPr>
            <p:ph type="title"/>
          </p:nvPr>
        </p:nvSpPr>
        <p:spPr>
          <a:xfrm>
            <a:off x="881405" y="299921"/>
            <a:ext cx="10439487" cy="648091"/>
          </a:xfrm>
        </p:spPr>
        <p:txBody>
          <a:bodyPr vert="horz" lIns="91440" tIns="45720" rIns="91440" bIns="45720" rtlCol="0" anchor="ctr">
            <a:normAutofit/>
          </a:bodyPr>
          <a:lstStyle/>
          <a:p>
            <a:pPr algn="ctr"/>
            <a:r>
              <a:rPr lang="en-US" b="1" noProof="1">
                <a:latin typeface="Times New Roman"/>
                <a:cs typeface="Times New Roman"/>
              </a:rPr>
              <a:t>Distribuția Rolurilor și Contribuții</a:t>
            </a:r>
            <a:endParaRPr lang="en-US" b="1" noProof="1"/>
          </a:p>
        </p:txBody>
      </p:sp>
      <p:sp>
        <p:nvSpPr>
          <p:cNvPr id="6" name="Content Placeholder 5">
            <a:extLst>
              <a:ext uri="{FF2B5EF4-FFF2-40B4-BE49-F238E27FC236}">
                <a16:creationId xmlns:a16="http://schemas.microsoft.com/office/drawing/2014/main" id="{E4684C01-FBB2-7673-D2E4-11A9C18A771E}"/>
              </a:ext>
            </a:extLst>
          </p:cNvPr>
          <p:cNvSpPr>
            <a:spLocks noGrp="1"/>
          </p:cNvSpPr>
          <p:nvPr>
            <p:ph sz="half" idx="1"/>
          </p:nvPr>
        </p:nvSpPr>
        <p:spPr>
          <a:xfrm>
            <a:off x="877824" y="944095"/>
            <a:ext cx="4977453" cy="5418218"/>
          </a:xfrm>
        </p:spPr>
        <p:txBody>
          <a:bodyPr vert="horz" lIns="91440" tIns="45720" rIns="91440" bIns="45720" rtlCol="0" anchor="t">
            <a:noAutofit/>
          </a:bodyPr>
          <a:lstStyle/>
          <a:p>
            <a:pPr marL="0" indent="0">
              <a:buNone/>
            </a:pPr>
            <a:r>
              <a:rPr lang="en-US" sz="2400" b="1" noProof="1">
                <a:latin typeface="Times New Roman"/>
                <a:ea typeface="+mn-lt"/>
                <a:cs typeface="+mn-lt"/>
              </a:rPr>
              <a:t>Gurbanov Gadam</a:t>
            </a:r>
            <a:endParaRPr lang="en-US" sz="2400" b="1" noProof="1"/>
          </a:p>
          <a:p>
            <a:pPr marL="0" indent="0">
              <a:buNone/>
            </a:pPr>
            <a:r>
              <a:rPr lang="en-US" sz="1800" b="1" noProof="1">
                <a:latin typeface="Times New Roman"/>
                <a:ea typeface="+mn-lt"/>
                <a:cs typeface="+mn-lt"/>
              </a:rPr>
              <a:t>Core Development &amp; Data Logic</a:t>
            </a:r>
            <a:endParaRPr lang="en-US" sz="1800" b="1" noProof="1">
              <a:latin typeface="Times New Roman"/>
              <a:cs typeface="Times New Roman"/>
            </a:endParaRPr>
          </a:p>
          <a:p>
            <a:r>
              <a:rPr lang="en-US" sz="1800" b="1" noProof="1">
                <a:latin typeface="Times New Roman"/>
                <a:ea typeface="+mn-lt"/>
                <a:cs typeface="+mn-lt"/>
              </a:rPr>
              <a:t>Dezvoltare Backend</a:t>
            </a:r>
            <a:endParaRPr lang="en-US" sz="1800" noProof="1">
              <a:latin typeface="Times New Roman"/>
              <a:cs typeface="Times New Roman"/>
            </a:endParaRPr>
          </a:p>
          <a:p>
            <a:pPr lvl="1"/>
            <a:r>
              <a:rPr lang="en-US" sz="1800" noProof="1">
                <a:latin typeface="Times New Roman"/>
                <a:ea typeface="+mn-lt"/>
                <a:cs typeface="+mn-lt"/>
              </a:rPr>
              <a:t>Implementarea logicii centrale de procesare a logurilor (</a:t>
            </a:r>
            <a:r>
              <a:rPr lang="en-US" sz="1800" noProof="1">
                <a:latin typeface="Times New Roman"/>
                <a:cs typeface="Times New Roman"/>
              </a:rPr>
              <a:t>process.sh</a:t>
            </a:r>
            <a:r>
              <a:rPr lang="en-US" sz="1800" noProof="1">
                <a:latin typeface="Times New Roman"/>
                <a:ea typeface="+mn-lt"/>
                <a:cs typeface="+mn-lt"/>
              </a:rPr>
              <a:t>) utilizând </a:t>
            </a:r>
            <a:r>
              <a:rPr lang="en-US" sz="1800" noProof="1">
                <a:latin typeface="Times New Roman"/>
                <a:cs typeface="Times New Roman"/>
              </a:rPr>
              <a:t>awk</a:t>
            </a:r>
            <a:r>
              <a:rPr lang="en-US" sz="1800" noProof="1">
                <a:latin typeface="Times New Roman"/>
                <a:ea typeface="+mn-lt"/>
                <a:cs typeface="+mn-lt"/>
              </a:rPr>
              <a:t> și expresii regulate (RegEx).</a:t>
            </a:r>
            <a:endParaRPr lang="en-US" sz="1800" noProof="1">
              <a:latin typeface="Times New Roman"/>
              <a:cs typeface="Times New Roman"/>
            </a:endParaRPr>
          </a:p>
          <a:p>
            <a:r>
              <a:rPr lang="en-US" sz="1800" b="1" noProof="1">
                <a:latin typeface="Times New Roman"/>
                <a:ea typeface="+mn-lt"/>
                <a:cs typeface="+mn-lt"/>
              </a:rPr>
              <a:t>Interfața CLI (Frontend)</a:t>
            </a:r>
            <a:endParaRPr lang="en-US" sz="1800" noProof="1">
              <a:latin typeface="Times New Roman"/>
              <a:cs typeface="Times New Roman"/>
            </a:endParaRPr>
          </a:p>
          <a:p>
            <a:pPr lvl="1"/>
            <a:r>
              <a:rPr lang="en-US" sz="1800" noProof="1">
                <a:latin typeface="Times New Roman"/>
                <a:ea typeface="+mn-lt"/>
                <a:cs typeface="+mn-lt"/>
              </a:rPr>
              <a:t>Crearea interfeței de comandă (</a:t>
            </a:r>
            <a:r>
              <a:rPr lang="en-US" sz="1800" noProof="1">
                <a:latin typeface="Times New Roman"/>
                <a:cs typeface="Times New Roman"/>
              </a:rPr>
              <a:t>packagelog.sh</a:t>
            </a:r>
            <a:r>
              <a:rPr lang="en-US" sz="1800" noProof="1">
                <a:latin typeface="Times New Roman"/>
                <a:ea typeface="+mn-lt"/>
                <a:cs typeface="+mn-lt"/>
              </a:rPr>
              <a:t>) și gestionarea parametrilor de intrare pentru utilizator.</a:t>
            </a:r>
            <a:endParaRPr lang="en-US" sz="1800" noProof="1">
              <a:latin typeface="Times New Roman"/>
              <a:cs typeface="Times New Roman"/>
            </a:endParaRPr>
          </a:p>
          <a:p>
            <a:r>
              <a:rPr lang="en-US" sz="1800" b="1" noProof="1">
                <a:latin typeface="Times New Roman"/>
                <a:ea typeface="+mn-lt"/>
                <a:cs typeface="+mn-lt"/>
              </a:rPr>
              <a:t>Arhitectura Datelor</a:t>
            </a:r>
            <a:endParaRPr lang="en-US" sz="1800" noProof="1">
              <a:latin typeface="Times New Roman"/>
              <a:cs typeface="Times New Roman"/>
            </a:endParaRPr>
          </a:p>
          <a:p>
            <a:pPr lvl="1"/>
            <a:r>
              <a:rPr lang="en-US" sz="1800" noProof="1">
                <a:latin typeface="Times New Roman"/>
                <a:ea typeface="+mn-lt"/>
                <a:cs typeface="+mn-lt"/>
              </a:rPr>
              <a:t>Proiectarea structurii bazei de date </a:t>
            </a:r>
            <a:r>
              <a:rPr lang="en-US" sz="1800" noProof="1">
                <a:latin typeface="Times New Roman"/>
                <a:cs typeface="Times New Roman"/>
              </a:rPr>
              <a:t>.db</a:t>
            </a:r>
            <a:r>
              <a:rPr lang="en-US" sz="1800" noProof="1">
                <a:latin typeface="Times New Roman"/>
                <a:ea typeface="+mn-lt"/>
                <a:cs typeface="+mn-lt"/>
              </a:rPr>
              <a:t> și a algoritmilor de filtrare/sortare a pachetelor.</a:t>
            </a:r>
            <a:endParaRPr lang="en-US" sz="1800" noProof="1">
              <a:latin typeface="Times New Roman"/>
              <a:cs typeface="Times New Roman"/>
            </a:endParaRPr>
          </a:p>
          <a:p>
            <a:endParaRPr lang="en-US" sz="1800" noProof="1">
              <a:latin typeface="Times New Roman"/>
              <a:cs typeface="Times New Roman"/>
            </a:endParaRPr>
          </a:p>
        </p:txBody>
      </p:sp>
      <p:sp>
        <p:nvSpPr>
          <p:cNvPr id="7" name="Content Placeholder 6">
            <a:extLst>
              <a:ext uri="{FF2B5EF4-FFF2-40B4-BE49-F238E27FC236}">
                <a16:creationId xmlns:a16="http://schemas.microsoft.com/office/drawing/2014/main" id="{5257CE04-42D1-C2EF-7D26-F6C8D4A6CEB4}"/>
              </a:ext>
            </a:extLst>
          </p:cNvPr>
          <p:cNvSpPr>
            <a:spLocks noGrp="1"/>
          </p:cNvSpPr>
          <p:nvPr>
            <p:ph sz="half" idx="2"/>
          </p:nvPr>
        </p:nvSpPr>
        <p:spPr>
          <a:xfrm>
            <a:off x="6328391" y="944095"/>
            <a:ext cx="4985785" cy="5418218"/>
          </a:xfrm>
        </p:spPr>
        <p:txBody>
          <a:bodyPr vert="horz" lIns="91440" tIns="45720" rIns="91440" bIns="45720" rtlCol="0" anchor="t">
            <a:noAutofit/>
          </a:bodyPr>
          <a:lstStyle/>
          <a:p>
            <a:pPr marL="0" indent="0">
              <a:buNone/>
            </a:pPr>
            <a:r>
              <a:rPr lang="en-US" sz="2400" b="1" noProof="1">
                <a:latin typeface="Times New Roman"/>
                <a:ea typeface="+mn-lt"/>
                <a:cs typeface="+mn-lt"/>
              </a:rPr>
              <a:t>Merdanov Ylham</a:t>
            </a:r>
          </a:p>
          <a:p>
            <a:pPr marL="0" indent="0">
              <a:buNone/>
            </a:pPr>
            <a:r>
              <a:rPr lang="en-US" sz="1800" b="1" noProof="1">
                <a:latin typeface="Times New Roman"/>
                <a:ea typeface="+mn-lt"/>
                <a:cs typeface="+mn-lt"/>
              </a:rPr>
              <a:t>DevOps &amp; System Architecture</a:t>
            </a:r>
            <a:endParaRPr lang="en-US" sz="1800" b="1" noProof="1">
              <a:latin typeface="Times New Roman"/>
              <a:cs typeface="Times New Roman"/>
            </a:endParaRPr>
          </a:p>
          <a:p>
            <a:r>
              <a:rPr lang="en-US" sz="1800" b="1" noProof="1">
                <a:latin typeface="Times New Roman"/>
                <a:ea typeface="+mn-lt"/>
                <a:cs typeface="+mn-lt"/>
              </a:rPr>
              <a:t>Automatizare &amp; Deployment</a:t>
            </a:r>
            <a:endParaRPr lang="en-US" sz="1800" noProof="1">
              <a:latin typeface="Times New Roman"/>
              <a:cs typeface="Times New Roman"/>
            </a:endParaRPr>
          </a:p>
          <a:p>
            <a:pPr lvl="1"/>
            <a:r>
              <a:rPr lang="en-US" sz="1800" noProof="1">
                <a:latin typeface="Times New Roman"/>
                <a:ea typeface="+mn-lt"/>
                <a:cs typeface="+mn-lt"/>
              </a:rPr>
              <a:t>Dezvoltarea scripturilor de infrastructură (</a:t>
            </a:r>
            <a:r>
              <a:rPr lang="en-US" sz="1800" noProof="1">
                <a:latin typeface="Times New Roman"/>
                <a:cs typeface="Times New Roman"/>
              </a:rPr>
              <a:t>setup.sh</a:t>
            </a:r>
            <a:r>
              <a:rPr lang="en-US" sz="1800" noProof="1">
                <a:latin typeface="Times New Roman"/>
                <a:ea typeface="+mn-lt"/>
                <a:cs typeface="+mn-lt"/>
              </a:rPr>
              <a:t>) pentru integrarea automată în sistem.</a:t>
            </a:r>
            <a:endParaRPr lang="en-US" sz="1800" noProof="1">
              <a:latin typeface="Times New Roman"/>
              <a:cs typeface="Times New Roman"/>
            </a:endParaRPr>
          </a:p>
          <a:p>
            <a:r>
              <a:rPr lang="en-US" sz="1800" b="1" noProof="1">
                <a:latin typeface="Times New Roman"/>
                <a:ea typeface="+mn-lt"/>
                <a:cs typeface="+mn-lt"/>
              </a:rPr>
              <a:t>Managementul Proceselor (Cron)</a:t>
            </a:r>
            <a:endParaRPr lang="en-US" sz="1800" noProof="1">
              <a:latin typeface="Times New Roman"/>
              <a:cs typeface="Times New Roman"/>
            </a:endParaRPr>
          </a:p>
          <a:p>
            <a:pPr lvl="1"/>
            <a:r>
              <a:rPr lang="en-US" sz="1800" noProof="1">
                <a:latin typeface="Times New Roman"/>
                <a:ea typeface="+mn-lt"/>
                <a:cs typeface="+mn-lt"/>
              </a:rPr>
              <a:t>Configurarea planificatorului de sarcini (Cron Jobs) și optimizarea permisiunilor de execuție (</a:t>
            </a:r>
            <a:r>
              <a:rPr lang="en-US" sz="1800" noProof="1">
                <a:latin typeface="Times New Roman"/>
                <a:cs typeface="Times New Roman"/>
              </a:rPr>
              <a:t>chmod</a:t>
            </a:r>
            <a:r>
              <a:rPr lang="en-US" sz="1800" noProof="1">
                <a:latin typeface="Times New Roman"/>
                <a:ea typeface="+mn-lt"/>
                <a:cs typeface="+mn-lt"/>
              </a:rPr>
              <a:t>, </a:t>
            </a:r>
            <a:r>
              <a:rPr lang="en-US" sz="1800" noProof="1">
                <a:latin typeface="Times New Roman"/>
                <a:cs typeface="Times New Roman"/>
              </a:rPr>
              <a:t>symlinks</a:t>
            </a:r>
            <a:r>
              <a:rPr lang="en-US" sz="1800" noProof="1">
                <a:latin typeface="Times New Roman"/>
                <a:ea typeface="+mn-lt"/>
                <a:cs typeface="+mn-lt"/>
              </a:rPr>
              <a:t>).</a:t>
            </a:r>
            <a:endParaRPr lang="en-US" sz="1800" noProof="1">
              <a:latin typeface="Times New Roman"/>
              <a:cs typeface="Times New Roman"/>
            </a:endParaRPr>
          </a:p>
          <a:p>
            <a:r>
              <a:rPr lang="en-US" sz="1800" b="1" noProof="1">
                <a:latin typeface="Times New Roman"/>
                <a:ea typeface="+mn-lt"/>
                <a:cs typeface="+mn-lt"/>
              </a:rPr>
              <a:t>Error Handling</a:t>
            </a:r>
            <a:endParaRPr lang="en-US" sz="1800" noProof="1">
              <a:latin typeface="Times New Roman"/>
              <a:cs typeface="Times New Roman"/>
            </a:endParaRPr>
          </a:p>
          <a:p>
            <a:pPr lvl="1"/>
            <a:r>
              <a:rPr lang="en-US" sz="1800" noProof="1">
                <a:latin typeface="Times New Roman"/>
                <a:ea typeface="+mn-lt"/>
                <a:cs typeface="+mn-lt"/>
              </a:rPr>
              <a:t>Implementarea standardelor de validare a fișierelor și a mecanismelor de siguranță ("Fail-Fast") pentru stabilitatea sistemului.</a:t>
            </a:r>
            <a:endParaRPr lang="en-US" sz="1800" noProof="1">
              <a:latin typeface="Times New Roman"/>
              <a:cs typeface="Times New Roman"/>
            </a:endParaRPr>
          </a:p>
          <a:p>
            <a:endParaRPr lang="en-US" sz="1800" noProof="1">
              <a:latin typeface="Times New Roman"/>
              <a:cs typeface="Times New Roman"/>
            </a:endParaRPr>
          </a:p>
        </p:txBody>
      </p:sp>
      <p:sp>
        <p:nvSpPr>
          <p:cNvPr id="2" name="Date Placeholder 1">
            <a:extLst>
              <a:ext uri="{FF2B5EF4-FFF2-40B4-BE49-F238E27FC236}">
                <a16:creationId xmlns:a16="http://schemas.microsoft.com/office/drawing/2014/main" id="{9279EA2D-D8BB-77DA-E825-A89AEC04B443}"/>
              </a:ext>
            </a:extLst>
          </p:cNvPr>
          <p:cNvSpPr>
            <a:spLocks noGrp="1"/>
          </p:cNvSpPr>
          <p:nvPr>
            <p:ph type="dt" sz="half" idx="10"/>
          </p:nvPr>
        </p:nvSpPr>
        <p:spPr/>
        <p:txBody>
          <a:bodyPr/>
          <a:lstStyle/>
          <a:p>
            <a:fld id="{82D88A62-8B5D-4484-AFD5-4AC4BA98C3F5}" type="datetime1">
              <a:t>1/14/2026</a:t>
            </a:fld>
            <a:endParaRPr lang="en-US"/>
          </a:p>
        </p:txBody>
      </p:sp>
      <p:sp>
        <p:nvSpPr>
          <p:cNvPr id="3" name="Footer Placeholder 2">
            <a:extLst>
              <a:ext uri="{FF2B5EF4-FFF2-40B4-BE49-F238E27FC236}">
                <a16:creationId xmlns:a16="http://schemas.microsoft.com/office/drawing/2014/main" id="{9759FA3B-7201-FA4B-D16F-EF9900FD7E32}"/>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A28978ED-A9DE-0255-2014-BE819F45B85A}"/>
              </a:ext>
            </a:extLst>
          </p:cNvPr>
          <p:cNvSpPr>
            <a:spLocks noGrp="1"/>
          </p:cNvSpPr>
          <p:nvPr>
            <p:ph type="sldNum" sz="quarter" idx="12"/>
          </p:nvPr>
        </p:nvSpPr>
        <p:spPr/>
        <p:txBody>
          <a:bodyPr/>
          <a:lstStyle/>
          <a:p>
            <a:fld id="{5E4DE196-8A13-4FF7-A07E-102851959EAB}" type="slidenum">
              <a:rPr lang="en-US" dirty="0"/>
              <a:t>12</a:t>
            </a:fld>
            <a:endParaRPr lang="en-US"/>
          </a:p>
        </p:txBody>
      </p:sp>
    </p:spTree>
    <p:extLst>
      <p:ext uri="{BB962C8B-B14F-4D97-AF65-F5344CB8AC3E}">
        <p14:creationId xmlns:p14="http://schemas.microsoft.com/office/powerpoint/2010/main" val="3724819114"/>
      </p:ext>
    </p:extLst>
  </p:cSld>
  <p:clrMapOvr>
    <a:masterClrMapping/>
  </p:clrMapOvr>
</p:sld>
</file>

<file path=ppt/theme/theme1.xml><?xml version="1.0" encoding="utf-8"?>
<a:theme xmlns:a="http://schemas.openxmlformats.org/drawingml/2006/main" name="BohoVogueVTI">
  <a:themeElements>
    <a:clrScheme name="BohoVogueVTI">
      <a:dk1>
        <a:sysClr val="windowText" lastClr="000000"/>
      </a:dk1>
      <a:lt1>
        <a:sysClr val="window" lastClr="FFFFFF"/>
      </a:lt1>
      <a:dk2>
        <a:srgbClr val="35403A"/>
      </a:dk2>
      <a:lt2>
        <a:srgbClr val="F1EFEB"/>
      </a:lt2>
      <a:accent1>
        <a:srgbClr val="9E8B50"/>
      </a:accent1>
      <a:accent2>
        <a:srgbClr val="D5966B"/>
      </a:accent2>
      <a:accent3>
        <a:srgbClr val="9BA6BB"/>
      </a:accent3>
      <a:accent4>
        <a:srgbClr val="869880"/>
      </a:accent4>
      <a:accent5>
        <a:srgbClr val="588267"/>
      </a:accent5>
      <a:accent6>
        <a:srgbClr val="B89C46"/>
      </a:accent6>
      <a:hlink>
        <a:srgbClr val="C77138"/>
      </a:hlink>
      <a:folHlink>
        <a:srgbClr val="589374"/>
      </a:folHlink>
    </a:clrScheme>
    <a:fontScheme name="BohoVogueVTI">
      <a:majorFont>
        <a:latin typeface="Walbaum Display"/>
        <a:ea typeface=""/>
        <a:cs typeface=""/>
      </a:majorFont>
      <a:minorFont>
        <a:latin typeface="Aptos Light"/>
        <a:ea typeface=""/>
        <a:cs typeface=""/>
      </a:minorFont>
    </a:fontScheme>
    <a:fmtScheme name="BohoVogueVTI">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BohoVogueVTI" id="{587E0025-A466-4551-A341-1A9F570FDF06}" vid="{F615CBBD-D1BB-4663-887F-92A47C7C6ABA}"/>
    </a:ext>
  </a:extLst>
</a:theme>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12</Slides>
  <Notes>0</Notes>
  <HiddenSlides>0</HiddenSlide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BohoVogueVTI</vt:lpstr>
      <vt:lpstr>Package Monitor</vt:lpstr>
      <vt:lpstr>Github link: https://github.com/GurbanowGadam/itbi_packagelog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Distribuția Rolurilor și Contribuții</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41</cp:revision>
  <dcterms:created xsi:type="dcterms:W3CDTF">2026-01-14T08:43:56Z</dcterms:created>
  <dcterms:modified xsi:type="dcterms:W3CDTF">2026-01-14T19:35:21Z</dcterms:modified>
</cp:coreProperties>
</file>