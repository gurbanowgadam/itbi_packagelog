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B34B3-CDA6-4935-8B7A-485047854E96}" v="214" dt="2026-01-14T10:06:44.768"/>
    <p1510:client id="{67097E2A-E7A9-4499-896D-4BD9E287EED2}" v="516" dt="2026-01-14T09:29:19.010"/>
    <p1510:client id="{8083A0F2-655A-4916-9933-910783F721A3}" v="18" dt="2026-01-14T10:09:57.0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B6B34B3-CDA6-4935-8B7A-485047854E96}"/>
    <pc:docChg chg="modSld">
      <pc:chgData name="" userId="" providerId="" clId="Web-{1B6B34B3-CDA6-4935-8B7A-485047854E96}" dt="2026-01-14T09:30:19.059" v="0" actId="20577"/>
      <pc:docMkLst>
        <pc:docMk/>
      </pc:docMkLst>
      <pc:sldChg chg="modSp">
        <pc:chgData name="" userId="" providerId="" clId="Web-{1B6B34B3-CDA6-4935-8B7A-485047854E96}" dt="2026-01-14T09:30:19.059" v="0" actId="20577"/>
        <pc:sldMkLst>
          <pc:docMk/>
          <pc:sldMk cId="1788541704" sldId="263"/>
        </pc:sldMkLst>
        <pc:spChg chg="mod">
          <ac:chgData name="" userId="" providerId="" clId="Web-{1B6B34B3-CDA6-4935-8B7A-485047854E96}" dt="2026-01-14T09:30:19.059" v="0" actId="20577"/>
          <ac:spMkLst>
            <pc:docMk/>
            <pc:sldMk cId="1788541704" sldId="263"/>
            <ac:spMk id="10" creationId="{4B68A8DD-F996-BBE9-44BF-35257D20C62E}"/>
          </ac:spMkLst>
        </pc:spChg>
      </pc:sldChg>
    </pc:docChg>
  </pc:docChgLst>
  <pc:docChgLst>
    <pc:chgData name="Gadam Gurban" userId="9fa804240d506e78" providerId="Windows Live" clId="Web-{1B6B34B3-CDA6-4935-8B7A-485047854E96}"/>
    <pc:docChg chg="addSld delSld modSld">
      <pc:chgData name="Gadam Gurban" userId="9fa804240d506e78" providerId="Windows Live" clId="Web-{1B6B34B3-CDA6-4935-8B7A-485047854E96}" dt="2026-01-14T10:06:44.768" v="130" actId="20577"/>
      <pc:docMkLst>
        <pc:docMk/>
      </pc:docMkLst>
      <pc:sldChg chg="modSp">
        <pc:chgData name="Gadam Gurban" userId="9fa804240d506e78" providerId="Windows Live" clId="Web-{1B6B34B3-CDA6-4935-8B7A-485047854E96}" dt="2026-01-14T09:55:05.919" v="122" actId="20577"/>
        <pc:sldMkLst>
          <pc:docMk/>
          <pc:sldMk cId="3451462482" sldId="257"/>
        </pc:sldMkLst>
        <pc:spChg chg="mod">
          <ac:chgData name="Gadam Gurban" userId="9fa804240d506e78" providerId="Windows Live" clId="Web-{1B6B34B3-CDA6-4935-8B7A-485047854E96}" dt="2026-01-14T09:55:05.919" v="122" actId="20577"/>
          <ac:spMkLst>
            <pc:docMk/>
            <pc:sldMk cId="3451462482" sldId="257"/>
            <ac:spMk id="2" creationId="{08C92B9C-6E47-E4E4-5388-EF1044A9B9B7}"/>
          </ac:spMkLst>
        </pc:spChg>
        <pc:spChg chg="mod">
          <ac:chgData name="Gadam Gurban" userId="9fa804240d506e78" providerId="Windows Live" clId="Web-{1B6B34B3-CDA6-4935-8B7A-485047854E96}" dt="2026-01-14T09:54:58.810" v="120" actId="20577"/>
          <ac:spMkLst>
            <pc:docMk/>
            <pc:sldMk cId="3451462482" sldId="257"/>
            <ac:spMk id="3" creationId="{81CA1730-176A-51A6-C121-18FF973CFB0C}"/>
          </ac:spMkLst>
        </pc:spChg>
      </pc:sldChg>
      <pc:sldChg chg="modSp">
        <pc:chgData name="Gadam Gurban" userId="9fa804240d506e78" providerId="Windows Live" clId="Web-{1B6B34B3-CDA6-4935-8B7A-485047854E96}" dt="2026-01-14T09:56:11.811" v="124" actId="20577"/>
        <pc:sldMkLst>
          <pc:docMk/>
          <pc:sldMk cId="1242800155" sldId="258"/>
        </pc:sldMkLst>
        <pc:spChg chg="mod">
          <ac:chgData name="Gadam Gurban" userId="9fa804240d506e78" providerId="Windows Live" clId="Web-{1B6B34B3-CDA6-4935-8B7A-485047854E96}" dt="2026-01-14T09:56:11.811" v="124" actId="20577"/>
          <ac:spMkLst>
            <pc:docMk/>
            <pc:sldMk cId="1242800155" sldId="258"/>
            <ac:spMk id="9" creationId="{C57D1474-4044-273B-7A81-98D774E6408E}"/>
          </ac:spMkLst>
        </pc:spChg>
      </pc:sldChg>
      <pc:sldChg chg="modSp">
        <pc:chgData name="Gadam Gurban" userId="9fa804240d506e78" providerId="Windows Live" clId="Web-{1B6B34B3-CDA6-4935-8B7A-485047854E96}" dt="2026-01-14T09:56:31.342" v="125" actId="20577"/>
        <pc:sldMkLst>
          <pc:docMk/>
          <pc:sldMk cId="3309823951" sldId="260"/>
        </pc:sldMkLst>
        <pc:spChg chg="mod">
          <ac:chgData name="Gadam Gurban" userId="9fa804240d506e78" providerId="Windows Live" clId="Web-{1B6B34B3-CDA6-4935-8B7A-485047854E96}" dt="2026-01-14T09:56:31.342" v="125" actId="20577"/>
          <ac:spMkLst>
            <pc:docMk/>
            <pc:sldMk cId="3309823951" sldId="260"/>
            <ac:spMk id="9" creationId="{A9330C9F-BD91-BBEB-3AEC-F152E524CD72}"/>
          </ac:spMkLst>
        </pc:spChg>
      </pc:sldChg>
      <pc:sldChg chg="modSp">
        <pc:chgData name="Gadam Gurban" userId="9fa804240d506e78" providerId="Windows Live" clId="Web-{1B6B34B3-CDA6-4935-8B7A-485047854E96}" dt="2026-01-14T10:06:26.518" v="127" actId="20577"/>
        <pc:sldMkLst>
          <pc:docMk/>
          <pc:sldMk cId="3746491774" sldId="261"/>
        </pc:sldMkLst>
        <pc:spChg chg="mod">
          <ac:chgData name="Gadam Gurban" userId="9fa804240d506e78" providerId="Windows Live" clId="Web-{1B6B34B3-CDA6-4935-8B7A-485047854E96}" dt="2026-01-14T10:06:26.518" v="127" actId="20577"/>
          <ac:spMkLst>
            <pc:docMk/>
            <pc:sldMk cId="3746491774" sldId="261"/>
            <ac:spMk id="9" creationId="{59F3A9EF-7118-A136-50E9-8D0FE55490B8}"/>
          </ac:spMkLst>
        </pc:spChg>
      </pc:sldChg>
      <pc:sldChg chg="modSp">
        <pc:chgData name="Gadam Gurban" userId="9fa804240d506e78" providerId="Windows Live" clId="Web-{1B6B34B3-CDA6-4935-8B7A-485047854E96}" dt="2026-01-14T10:06:34.143" v="128" actId="20577"/>
        <pc:sldMkLst>
          <pc:docMk/>
          <pc:sldMk cId="215097233" sldId="262"/>
        </pc:sldMkLst>
        <pc:spChg chg="mod">
          <ac:chgData name="Gadam Gurban" userId="9fa804240d506e78" providerId="Windows Live" clId="Web-{1B6B34B3-CDA6-4935-8B7A-485047854E96}" dt="2026-01-14T10:06:34.143" v="128" actId="20577"/>
          <ac:spMkLst>
            <pc:docMk/>
            <pc:sldMk cId="215097233" sldId="262"/>
            <ac:spMk id="5" creationId="{06EE4806-19CE-3D8C-4CB2-EAF55299FB9A}"/>
          </ac:spMkLst>
        </pc:spChg>
      </pc:sldChg>
      <pc:sldChg chg="modSp">
        <pc:chgData name="Gadam Gurban" userId="9fa804240d506e78" providerId="Windows Live" clId="Web-{1B6B34B3-CDA6-4935-8B7A-485047854E96}" dt="2026-01-14T10:06:44.768" v="130" actId="20577"/>
        <pc:sldMkLst>
          <pc:docMk/>
          <pc:sldMk cId="1788541704" sldId="263"/>
        </pc:sldMkLst>
        <pc:spChg chg="mod">
          <ac:chgData name="Gadam Gurban" userId="9fa804240d506e78" providerId="Windows Live" clId="Web-{1B6B34B3-CDA6-4935-8B7A-485047854E96}" dt="2026-01-14T10:06:44.768" v="130" actId="20577"/>
          <ac:spMkLst>
            <pc:docMk/>
            <pc:sldMk cId="1788541704" sldId="263"/>
            <ac:spMk id="10" creationId="{4B68A8DD-F996-BBE9-44BF-35257D20C62E}"/>
          </ac:spMkLst>
        </pc:spChg>
        <pc:picChg chg="mod">
          <ac:chgData name="Gadam Gurban" userId="9fa804240d506e78" providerId="Windows Live" clId="Web-{1B6B34B3-CDA6-4935-8B7A-485047854E96}" dt="2026-01-14T09:31:35.762" v="6" actId="1076"/>
          <ac:picMkLst>
            <pc:docMk/>
            <pc:sldMk cId="1788541704" sldId="263"/>
            <ac:picMk id="9" creationId="{160FC51D-6377-EE29-C5F4-7E081E16038D}"/>
          </ac:picMkLst>
        </pc:picChg>
      </pc:sldChg>
      <pc:sldChg chg="addSp new del">
        <pc:chgData name="Gadam Gurban" userId="9fa804240d506e78" providerId="Windows Live" clId="Web-{1B6B34B3-CDA6-4935-8B7A-485047854E96}" dt="2026-01-14T09:34:20.044" v="24"/>
        <pc:sldMkLst>
          <pc:docMk/>
          <pc:sldMk cId="59694232" sldId="264"/>
        </pc:sldMkLst>
        <pc:spChg chg="add">
          <ac:chgData name="Gadam Gurban" userId="9fa804240d506e78" providerId="Windows Live" clId="Web-{1B6B34B3-CDA6-4935-8B7A-485047854E96}" dt="2026-01-14T09:34:14.653" v="23"/>
          <ac:spMkLst>
            <pc:docMk/>
            <pc:sldMk cId="59694232" sldId="264"/>
            <ac:spMk id="5" creationId="{47D729DD-9A3B-492C-7C4E-1C21B13BE57F}"/>
          </ac:spMkLst>
        </pc:spChg>
      </pc:sldChg>
      <pc:sldChg chg="addSp delSp modSp add replId">
        <pc:chgData name="Gadam Gurban" userId="9fa804240d506e78" providerId="Windows Live" clId="Web-{1B6B34B3-CDA6-4935-8B7A-485047854E96}" dt="2026-01-14T09:37:00.783" v="45" actId="20577"/>
        <pc:sldMkLst>
          <pc:docMk/>
          <pc:sldMk cId="445329769" sldId="264"/>
        </pc:sldMkLst>
        <pc:spChg chg="mod">
          <ac:chgData name="Gadam Gurban" userId="9fa804240d506e78" providerId="Windows Live" clId="Web-{1B6B34B3-CDA6-4935-8B7A-485047854E96}" dt="2026-01-14T09:37:00.783" v="45" actId="20577"/>
          <ac:spMkLst>
            <pc:docMk/>
            <pc:sldMk cId="445329769" sldId="264"/>
            <ac:spMk id="10" creationId="{0ED67554-0CD0-7053-61C8-DF471A73D379}"/>
          </ac:spMkLst>
        </pc:spChg>
        <pc:picChg chg="add mod">
          <ac:chgData name="Gadam Gurban" userId="9fa804240d506e78" providerId="Windows Live" clId="Web-{1B6B34B3-CDA6-4935-8B7A-485047854E96}" dt="2026-01-14T09:35:20.280" v="33" actId="14100"/>
          <ac:picMkLst>
            <pc:docMk/>
            <pc:sldMk cId="445329769" sldId="264"/>
            <ac:picMk id="5" creationId="{3A56CDBA-6144-7CD9-5595-5A594F99A730}"/>
          </ac:picMkLst>
        </pc:picChg>
        <pc:picChg chg="del">
          <ac:chgData name="Gadam Gurban" userId="9fa804240d506e78" providerId="Windows Live" clId="Web-{1B6B34B3-CDA6-4935-8B7A-485047854E96}" dt="2026-01-14T09:34:42.466" v="29"/>
          <ac:picMkLst>
            <pc:docMk/>
            <pc:sldMk cId="445329769" sldId="264"/>
            <ac:picMk id="9" creationId="{16584B51-BE29-411C-6DEB-415DF0916F51}"/>
          </ac:picMkLst>
        </pc:picChg>
      </pc:sldChg>
      <pc:sldChg chg="addSp delSp modSp add replId">
        <pc:chgData name="Gadam Gurban" userId="9fa804240d506e78" providerId="Windows Live" clId="Web-{1B6B34B3-CDA6-4935-8B7A-485047854E96}" dt="2026-01-14T09:40:30.349" v="72" actId="20577"/>
        <pc:sldMkLst>
          <pc:docMk/>
          <pc:sldMk cId="2100206299" sldId="265"/>
        </pc:sldMkLst>
        <pc:spChg chg="mod">
          <ac:chgData name="Gadam Gurban" userId="9fa804240d506e78" providerId="Windows Live" clId="Web-{1B6B34B3-CDA6-4935-8B7A-485047854E96}" dt="2026-01-14T09:40:30.349" v="72" actId="20577"/>
          <ac:spMkLst>
            <pc:docMk/>
            <pc:sldMk cId="2100206299" sldId="265"/>
            <ac:spMk id="10" creationId="{B340D1C9-E5F0-DBB4-0B54-DB7B8DDB3E07}"/>
          </ac:spMkLst>
        </pc:spChg>
        <pc:picChg chg="del">
          <ac:chgData name="Gadam Gurban" userId="9fa804240d506e78" providerId="Windows Live" clId="Web-{1B6B34B3-CDA6-4935-8B7A-485047854E96}" dt="2026-01-14T09:39:19.645" v="52"/>
          <ac:picMkLst>
            <pc:docMk/>
            <pc:sldMk cId="2100206299" sldId="265"/>
            <ac:picMk id="5" creationId="{C590F7FC-80FA-6E03-2A3E-D5F148F63319}"/>
          </ac:picMkLst>
        </pc:picChg>
        <pc:picChg chg="add mod">
          <ac:chgData name="Gadam Gurban" userId="9fa804240d506e78" providerId="Windows Live" clId="Web-{1B6B34B3-CDA6-4935-8B7A-485047854E96}" dt="2026-01-14T09:39:17.770" v="51" actId="1076"/>
          <ac:picMkLst>
            <pc:docMk/>
            <pc:sldMk cId="2100206299" sldId="265"/>
            <ac:picMk id="6" creationId="{59DF0ED3-12FF-7BA6-110C-B4F00384A8D7}"/>
          </ac:picMkLst>
        </pc:picChg>
      </pc:sldChg>
      <pc:sldChg chg="addSp delSp modSp add replId">
        <pc:chgData name="Gadam Gurban" userId="9fa804240d506e78" providerId="Windows Live" clId="Web-{1B6B34B3-CDA6-4935-8B7A-485047854E96}" dt="2026-01-14T09:43:32.085" v="84" actId="20577"/>
        <pc:sldMkLst>
          <pc:docMk/>
          <pc:sldMk cId="133732523" sldId="266"/>
        </pc:sldMkLst>
        <pc:spChg chg="mod">
          <ac:chgData name="Gadam Gurban" userId="9fa804240d506e78" providerId="Windows Live" clId="Web-{1B6B34B3-CDA6-4935-8B7A-485047854E96}" dt="2026-01-14T09:43:32.085" v="84" actId="20577"/>
          <ac:spMkLst>
            <pc:docMk/>
            <pc:sldMk cId="133732523" sldId="266"/>
            <ac:spMk id="10" creationId="{7963E60D-26C4-3BE0-2EA0-772CECD2A5C0}"/>
          </ac:spMkLst>
        </pc:spChg>
        <pc:picChg chg="add mod">
          <ac:chgData name="Gadam Gurban" userId="9fa804240d506e78" providerId="Windows Live" clId="Web-{1B6B34B3-CDA6-4935-8B7A-485047854E96}" dt="2026-01-14T09:42:01.787" v="81" actId="14100"/>
          <ac:picMkLst>
            <pc:docMk/>
            <pc:sldMk cId="133732523" sldId="266"/>
            <ac:picMk id="5" creationId="{9B900923-3217-BC83-383B-06EB93271B1B}"/>
          </ac:picMkLst>
        </pc:picChg>
        <pc:picChg chg="del">
          <ac:chgData name="Gadam Gurban" userId="9fa804240d506e78" providerId="Windows Live" clId="Web-{1B6B34B3-CDA6-4935-8B7A-485047854E96}" dt="2026-01-14T09:41:46.553" v="78"/>
          <ac:picMkLst>
            <pc:docMk/>
            <pc:sldMk cId="133732523" sldId="266"/>
            <ac:picMk id="6" creationId="{99C1BCD8-8FBB-89CE-618D-F2F00E2448A9}"/>
          </ac:picMkLst>
        </pc:picChg>
      </pc:sldChg>
      <pc:sldChg chg="addSp delSp modSp add replId">
        <pc:chgData name="Gadam Gurban" userId="9fa804240d506e78" providerId="Windows Live" clId="Web-{1B6B34B3-CDA6-4935-8B7A-485047854E96}" dt="2026-01-14T09:54:12.387" v="118" actId="20577"/>
        <pc:sldMkLst>
          <pc:docMk/>
          <pc:sldMk cId="1712699532" sldId="267"/>
        </pc:sldMkLst>
        <pc:spChg chg="mod">
          <ac:chgData name="Gadam Gurban" userId="9fa804240d506e78" providerId="Windows Live" clId="Web-{1B6B34B3-CDA6-4935-8B7A-485047854E96}" dt="2026-01-14T09:54:12.387" v="118" actId="20577"/>
          <ac:spMkLst>
            <pc:docMk/>
            <pc:sldMk cId="1712699532" sldId="267"/>
            <ac:spMk id="10" creationId="{892A6018-4667-0728-E958-EDB5550F0A3B}"/>
          </ac:spMkLst>
        </pc:spChg>
        <pc:picChg chg="del">
          <ac:chgData name="Gadam Gurban" userId="9fa804240d506e78" providerId="Windows Live" clId="Web-{1B6B34B3-CDA6-4935-8B7A-485047854E96}" dt="2026-01-14T09:45:27.132" v="87"/>
          <ac:picMkLst>
            <pc:docMk/>
            <pc:sldMk cId="1712699532" sldId="267"/>
            <ac:picMk id="5" creationId="{88BCC92F-8B79-C4C3-0070-BDA944416D7C}"/>
          </ac:picMkLst>
        </pc:picChg>
        <pc:picChg chg="add mod">
          <ac:chgData name="Gadam Gurban" userId="9fa804240d506e78" providerId="Windows Live" clId="Web-{1B6B34B3-CDA6-4935-8B7A-485047854E96}" dt="2026-01-14T09:53:47.465" v="108" actId="1076"/>
          <ac:picMkLst>
            <pc:docMk/>
            <pc:sldMk cId="1712699532" sldId="267"/>
            <ac:picMk id="6" creationId="{DD488E34-61E8-78A4-DAC7-B2545425BF85}"/>
          </ac:picMkLst>
        </pc:picChg>
        <pc:picChg chg="add mod">
          <ac:chgData name="Gadam Gurban" userId="9fa804240d506e78" providerId="Windows Live" clId="Web-{1B6B34B3-CDA6-4935-8B7A-485047854E96}" dt="2026-01-14T09:52:51.745" v="97" actId="1076"/>
          <ac:picMkLst>
            <pc:docMk/>
            <pc:sldMk cId="1712699532" sldId="267"/>
            <ac:picMk id="7" creationId="{8B008A8B-EC28-C50D-BB66-27975166D678}"/>
          </ac:picMkLst>
        </pc:picChg>
      </pc:sldChg>
    </pc:docChg>
  </pc:docChgLst>
  <pc:docChgLst>
    <pc:chgData name="Gadam Gurban" userId="9fa804240d506e78" providerId="Windows Live" clId="Web-{8083A0F2-655A-4916-9933-910783F721A3}"/>
    <pc:docChg chg="addSld delSld modSld">
      <pc:chgData name="Gadam Gurban" userId="9fa804240d506e78" providerId="Windows Live" clId="Web-{8083A0F2-655A-4916-9933-910783F721A3}" dt="2026-01-14T10:09:57.098" v="9"/>
      <pc:docMkLst>
        <pc:docMk/>
      </pc:docMkLst>
      <pc:sldChg chg="modSp">
        <pc:chgData name="Gadam Gurban" userId="9fa804240d506e78" providerId="Windows Live" clId="Web-{8083A0F2-655A-4916-9933-910783F721A3}" dt="2026-01-14T10:08:39.686" v="1" actId="20577"/>
        <pc:sldMkLst>
          <pc:docMk/>
          <pc:sldMk cId="445329769" sldId="264"/>
        </pc:sldMkLst>
        <pc:spChg chg="mod">
          <ac:chgData name="Gadam Gurban" userId="9fa804240d506e78" providerId="Windows Live" clId="Web-{8083A0F2-655A-4916-9933-910783F721A3}" dt="2026-01-14T10:08:39.686" v="1" actId="20577"/>
          <ac:spMkLst>
            <pc:docMk/>
            <pc:sldMk cId="445329769" sldId="264"/>
            <ac:spMk id="10" creationId="{0ED67554-0CD0-7053-61C8-DF471A73D379}"/>
          </ac:spMkLst>
        </pc:spChg>
      </pc:sldChg>
      <pc:sldChg chg="modSp">
        <pc:chgData name="Gadam Gurban" userId="9fa804240d506e78" providerId="Windows Live" clId="Web-{8083A0F2-655A-4916-9933-910783F721A3}" dt="2026-01-14T10:08:51.375" v="3" actId="20577"/>
        <pc:sldMkLst>
          <pc:docMk/>
          <pc:sldMk cId="2100206299" sldId="265"/>
        </pc:sldMkLst>
        <pc:spChg chg="mod">
          <ac:chgData name="Gadam Gurban" userId="9fa804240d506e78" providerId="Windows Live" clId="Web-{8083A0F2-655A-4916-9933-910783F721A3}" dt="2026-01-14T10:08:51.375" v="3" actId="20577"/>
          <ac:spMkLst>
            <pc:docMk/>
            <pc:sldMk cId="2100206299" sldId="265"/>
            <ac:spMk id="10" creationId="{B340D1C9-E5F0-DBB4-0B54-DB7B8DDB3E07}"/>
          </ac:spMkLst>
        </pc:spChg>
      </pc:sldChg>
      <pc:sldChg chg="modSp">
        <pc:chgData name="Gadam Gurban" userId="9fa804240d506e78" providerId="Windows Live" clId="Web-{8083A0F2-655A-4916-9933-910783F721A3}" dt="2026-01-14T10:09:01.407" v="5" actId="20577"/>
        <pc:sldMkLst>
          <pc:docMk/>
          <pc:sldMk cId="133732523" sldId="266"/>
        </pc:sldMkLst>
        <pc:spChg chg="mod">
          <ac:chgData name="Gadam Gurban" userId="9fa804240d506e78" providerId="Windows Live" clId="Web-{8083A0F2-655A-4916-9933-910783F721A3}" dt="2026-01-14T10:09:01.407" v="5" actId="20577"/>
          <ac:spMkLst>
            <pc:docMk/>
            <pc:sldMk cId="133732523" sldId="266"/>
            <ac:spMk id="10" creationId="{7963E60D-26C4-3BE0-2EA0-772CECD2A5C0}"/>
          </ac:spMkLst>
        </pc:spChg>
      </pc:sldChg>
      <pc:sldChg chg="modSp">
        <pc:chgData name="Gadam Gurban" userId="9fa804240d506e78" providerId="Windows Live" clId="Web-{8083A0F2-655A-4916-9933-910783F721A3}" dt="2026-01-14T10:09:17.908" v="7" actId="20577"/>
        <pc:sldMkLst>
          <pc:docMk/>
          <pc:sldMk cId="1712699532" sldId="267"/>
        </pc:sldMkLst>
        <pc:spChg chg="mod">
          <ac:chgData name="Gadam Gurban" userId="9fa804240d506e78" providerId="Windows Live" clId="Web-{8083A0F2-655A-4916-9933-910783F721A3}" dt="2026-01-14T10:09:17.908" v="7" actId="20577"/>
          <ac:spMkLst>
            <pc:docMk/>
            <pc:sldMk cId="1712699532" sldId="267"/>
            <ac:spMk id="10" creationId="{892A6018-4667-0728-E958-EDB5550F0A3B}"/>
          </ac:spMkLst>
        </pc:spChg>
      </pc:sldChg>
      <pc:sldChg chg="new del">
        <pc:chgData name="Gadam Gurban" userId="9fa804240d506e78" providerId="Windows Live" clId="Web-{8083A0F2-655A-4916-9933-910783F721A3}" dt="2026-01-14T10:09:57.098" v="9"/>
        <pc:sldMkLst>
          <pc:docMk/>
          <pc:sldMk cId="689067264" sldId="268"/>
        </pc:sldMkLst>
      </pc:sldChg>
    </pc:docChg>
  </pc:docChgLst>
  <pc:docChgLst>
    <pc:chgData name="Gadam Gurban" userId="9fa804240d506e78" providerId="Windows Live" clId="Web-{67097E2A-E7A9-4499-896D-4BD9E287EED2}"/>
    <pc:docChg chg="mod addSld delSld modSld addMainMaster delMainMaster">
      <pc:chgData name="Gadam Gurban" userId="9fa804240d506e78" providerId="Windows Live" clId="Web-{67097E2A-E7A9-4499-896D-4BD9E287EED2}" dt="2026-01-14T09:29:19.010" v="382" actId="20577"/>
      <pc:docMkLst>
        <pc:docMk/>
      </pc:docMkLst>
      <pc:sldChg chg="modSp mod modClrScheme chgLayout">
        <pc:chgData name="Gadam Gurban" userId="9fa804240d506e78" providerId="Windows Live" clId="Web-{67097E2A-E7A9-4499-896D-4BD9E287EED2}" dt="2026-01-14T08:53:23.873" v="85" actId="20577"/>
        <pc:sldMkLst>
          <pc:docMk/>
          <pc:sldMk cId="109857222" sldId="256"/>
        </pc:sldMkLst>
        <pc:spChg chg="mod ord">
          <ac:chgData name="Gadam Gurban" userId="9fa804240d506e78" providerId="Windows Live" clId="Web-{67097E2A-E7A9-4499-896D-4BD9E287EED2}" dt="2026-01-14T08:50:01.280" v="75" actId="20577"/>
          <ac:spMkLst>
            <pc:docMk/>
            <pc:sldMk cId="109857222" sldId="256"/>
            <ac:spMk id="2" creationId="{00000000-0000-0000-0000-000000000000}"/>
          </ac:spMkLst>
        </pc:spChg>
        <pc:spChg chg="mod ord">
          <ac:chgData name="Gadam Gurban" userId="9fa804240d506e78" providerId="Windows Live" clId="Web-{67097E2A-E7A9-4499-896D-4BD9E287EED2}" dt="2026-01-14T08:53:23.873" v="85" actId="20577"/>
          <ac:spMkLst>
            <pc:docMk/>
            <pc:sldMk cId="109857222" sldId="256"/>
            <ac:spMk id="3" creationId="{00000000-0000-0000-0000-000000000000}"/>
          </ac:spMkLst>
        </pc:spChg>
      </pc:sldChg>
      <pc:sldChg chg="modSp new mod modClrScheme chgLayout">
        <pc:chgData name="Gadam Gurban" userId="9fa804240d506e78" providerId="Windows Live" clId="Web-{67097E2A-E7A9-4499-896D-4BD9E287EED2}" dt="2026-01-14T09:01:21.420" v="157" actId="20577"/>
        <pc:sldMkLst>
          <pc:docMk/>
          <pc:sldMk cId="3451462482" sldId="257"/>
        </pc:sldMkLst>
        <pc:spChg chg="mod ord">
          <ac:chgData name="Gadam Gurban" userId="9fa804240d506e78" providerId="Windows Live" clId="Web-{67097E2A-E7A9-4499-896D-4BD9E287EED2}" dt="2026-01-14T09:01:21.420" v="157" actId="20577"/>
          <ac:spMkLst>
            <pc:docMk/>
            <pc:sldMk cId="3451462482" sldId="257"/>
            <ac:spMk id="2" creationId="{08C92B9C-6E47-E4E4-5388-EF1044A9B9B7}"/>
          </ac:spMkLst>
        </pc:spChg>
        <pc:spChg chg="mod ord">
          <ac:chgData name="Gadam Gurban" userId="9fa804240d506e78" providerId="Windows Live" clId="Web-{67097E2A-E7A9-4499-896D-4BD9E287EED2}" dt="2026-01-14T09:01:10.170" v="154" actId="20577"/>
          <ac:spMkLst>
            <pc:docMk/>
            <pc:sldMk cId="3451462482" sldId="257"/>
            <ac:spMk id="3" creationId="{81CA1730-176A-51A6-C121-18FF973CFB0C}"/>
          </ac:spMkLst>
        </pc:spChg>
        <pc:spChg chg="mod ord">
          <ac:chgData name="Gadam Gurban" userId="9fa804240d506e78" providerId="Windows Live" clId="Web-{67097E2A-E7A9-4499-896D-4BD9E287EED2}" dt="2026-01-14T08:54:39.951" v="94"/>
          <ac:spMkLst>
            <pc:docMk/>
            <pc:sldMk cId="3451462482" sldId="257"/>
            <ac:spMk id="4" creationId="{0B6E7C1D-E89D-2046-C1F4-D95C6C65BBA1}"/>
          </ac:spMkLst>
        </pc:spChg>
        <pc:spChg chg="mod ord">
          <ac:chgData name="Gadam Gurban" userId="9fa804240d506e78" providerId="Windows Live" clId="Web-{67097E2A-E7A9-4499-896D-4BD9E287EED2}" dt="2026-01-14T08:54:39.951" v="94"/>
          <ac:spMkLst>
            <pc:docMk/>
            <pc:sldMk cId="3451462482" sldId="257"/>
            <ac:spMk id="5" creationId="{0BB544D9-F9B0-4F12-1DD0-C43B9CDF6BB7}"/>
          </ac:spMkLst>
        </pc:spChg>
        <pc:spChg chg="mod ord">
          <ac:chgData name="Gadam Gurban" userId="9fa804240d506e78" providerId="Windows Live" clId="Web-{67097E2A-E7A9-4499-896D-4BD9E287EED2}" dt="2026-01-14T08:54:39.951" v="94"/>
          <ac:spMkLst>
            <pc:docMk/>
            <pc:sldMk cId="3451462482" sldId="257"/>
            <ac:spMk id="6" creationId="{7A147597-B51A-7BD9-97F6-B3F31D386874}"/>
          </ac:spMkLst>
        </pc:spChg>
      </pc:sldChg>
      <pc:sldChg chg="addSp delSp modSp new mod modClrScheme chgLayout">
        <pc:chgData name="Gadam Gurban" userId="9fa804240d506e78" providerId="Windows Live" clId="Web-{67097E2A-E7A9-4499-896D-4BD9E287EED2}" dt="2026-01-14T09:14:31.230" v="234" actId="20577"/>
        <pc:sldMkLst>
          <pc:docMk/>
          <pc:sldMk cId="1242800155" sldId="258"/>
        </pc:sldMkLst>
        <pc:spChg chg="del">
          <ac:chgData name="Gadam Gurban" userId="9fa804240d506e78" providerId="Windows Live" clId="Web-{67097E2A-E7A9-4499-896D-4BD9E287EED2}" dt="2026-01-14T09:04:50.637" v="160"/>
          <ac:spMkLst>
            <pc:docMk/>
            <pc:sldMk cId="1242800155" sldId="258"/>
            <ac:spMk id="2" creationId="{788FB880-7F04-6924-D77A-14D98A0EBBC2}"/>
          </ac:spMkLst>
        </pc:spChg>
        <pc:spChg chg="del">
          <ac:chgData name="Gadam Gurban" userId="9fa804240d506e78" providerId="Windows Live" clId="Web-{67097E2A-E7A9-4499-896D-4BD9E287EED2}" dt="2026-01-14T09:04:50.637" v="160"/>
          <ac:spMkLst>
            <pc:docMk/>
            <pc:sldMk cId="1242800155" sldId="258"/>
            <ac:spMk id="3" creationId="{DB896DAB-8067-37E8-AACA-9A4F68ACB46A}"/>
          </ac:spMkLst>
        </pc:spChg>
        <pc:spChg chg="mod ord">
          <ac:chgData name="Gadam Gurban" userId="9fa804240d506e78" providerId="Windows Live" clId="Web-{67097E2A-E7A9-4499-896D-4BD9E287EED2}" dt="2026-01-14T09:04:50.637" v="160"/>
          <ac:spMkLst>
            <pc:docMk/>
            <pc:sldMk cId="1242800155" sldId="258"/>
            <ac:spMk id="4" creationId="{E85F4C41-8848-57FF-66F6-09A36A12BB8F}"/>
          </ac:spMkLst>
        </pc:spChg>
        <pc:spChg chg="mod ord">
          <ac:chgData name="Gadam Gurban" userId="9fa804240d506e78" providerId="Windows Live" clId="Web-{67097E2A-E7A9-4499-896D-4BD9E287EED2}" dt="2026-01-14T09:04:50.637" v="160"/>
          <ac:spMkLst>
            <pc:docMk/>
            <pc:sldMk cId="1242800155" sldId="258"/>
            <ac:spMk id="5" creationId="{9AFB6CF0-7B91-F38C-D6C6-2988540C569E}"/>
          </ac:spMkLst>
        </pc:spChg>
        <pc:spChg chg="mod ord">
          <ac:chgData name="Gadam Gurban" userId="9fa804240d506e78" providerId="Windows Live" clId="Web-{67097E2A-E7A9-4499-896D-4BD9E287EED2}" dt="2026-01-14T09:04:50.637" v="160"/>
          <ac:spMkLst>
            <pc:docMk/>
            <pc:sldMk cId="1242800155" sldId="258"/>
            <ac:spMk id="6" creationId="{4F0684F6-FFF3-9596-64D4-F5155AF3055B}"/>
          </ac:spMkLst>
        </pc:spChg>
        <pc:spChg chg="add del">
          <ac:chgData name="Gadam Gurban" userId="9fa804240d506e78" providerId="Windows Live" clId="Web-{67097E2A-E7A9-4499-896D-4BD9E287EED2}" dt="2026-01-14T09:05:04.965" v="162"/>
          <ac:spMkLst>
            <pc:docMk/>
            <pc:sldMk cId="1242800155" sldId="258"/>
            <ac:spMk id="7" creationId="{69BE10C7-38AE-3FAB-7D8F-E9F19CDAF51A}"/>
          </ac:spMkLst>
        </pc:spChg>
        <pc:spChg chg="add del mod">
          <ac:chgData name="Gadam Gurban" userId="9fa804240d506e78" providerId="Windows Live" clId="Web-{67097E2A-E7A9-4499-896D-4BD9E287EED2}" dt="2026-01-14T09:07:41.199" v="166"/>
          <ac:spMkLst>
            <pc:docMk/>
            <pc:sldMk cId="1242800155" sldId="258"/>
            <ac:spMk id="8" creationId="{470D1280-E99F-68C9-F945-5A810524D64B}"/>
          </ac:spMkLst>
        </pc:spChg>
        <pc:spChg chg="add mod">
          <ac:chgData name="Gadam Gurban" userId="9fa804240d506e78" providerId="Windows Live" clId="Web-{67097E2A-E7A9-4499-896D-4BD9E287EED2}" dt="2026-01-14T09:14:31.230" v="234" actId="20577"/>
          <ac:spMkLst>
            <pc:docMk/>
            <pc:sldMk cId="1242800155" sldId="258"/>
            <ac:spMk id="9" creationId="{C57D1474-4044-273B-7A81-98D774E6408E}"/>
          </ac:spMkLst>
        </pc:spChg>
      </pc:sldChg>
      <pc:sldChg chg="new del">
        <pc:chgData name="Gadam Gurban" userId="9fa804240d506e78" providerId="Windows Live" clId="Web-{67097E2A-E7A9-4499-896D-4BD9E287EED2}" dt="2026-01-14T09:11:58.340" v="213"/>
        <pc:sldMkLst>
          <pc:docMk/>
          <pc:sldMk cId="2486578829" sldId="259"/>
        </pc:sldMkLst>
      </pc:sldChg>
      <pc:sldChg chg="addSp delSp modSp add replId">
        <pc:chgData name="Gadam Gurban" userId="9fa804240d506e78" providerId="Windows Live" clId="Web-{67097E2A-E7A9-4499-896D-4BD9E287EED2}" dt="2026-01-14T09:14:48.433" v="238"/>
        <pc:sldMkLst>
          <pc:docMk/>
          <pc:sldMk cId="3309823951" sldId="260"/>
        </pc:sldMkLst>
        <pc:spChg chg="add del mod">
          <ac:chgData name="Gadam Gurban" userId="9fa804240d506e78" providerId="Windows Live" clId="Web-{67097E2A-E7A9-4499-896D-4BD9E287EED2}" dt="2026-01-14T09:14:48.433" v="238"/>
          <ac:spMkLst>
            <pc:docMk/>
            <pc:sldMk cId="3309823951" sldId="260"/>
            <ac:spMk id="2" creationId="{51AE7E7B-44EA-690C-4632-CAA075AE7F62}"/>
          </ac:spMkLst>
        </pc:spChg>
        <pc:spChg chg="mod">
          <ac:chgData name="Gadam Gurban" userId="9fa804240d506e78" providerId="Windows Live" clId="Web-{67097E2A-E7A9-4499-896D-4BD9E287EED2}" dt="2026-01-14T09:14:09.137" v="232" actId="20577"/>
          <ac:spMkLst>
            <pc:docMk/>
            <pc:sldMk cId="3309823951" sldId="260"/>
            <ac:spMk id="9" creationId="{A9330C9F-BD91-BBEB-3AEC-F152E524CD72}"/>
          </ac:spMkLst>
        </pc:spChg>
      </pc:sldChg>
      <pc:sldChg chg="modSp add replId">
        <pc:chgData name="Gadam Gurban" userId="9fa804240d506e78" providerId="Windows Live" clId="Web-{67097E2A-E7A9-4499-896D-4BD9E287EED2}" dt="2026-01-14T09:17:21.433" v="258" actId="20577"/>
        <pc:sldMkLst>
          <pc:docMk/>
          <pc:sldMk cId="3746491774" sldId="261"/>
        </pc:sldMkLst>
        <pc:spChg chg="mod">
          <ac:chgData name="Gadam Gurban" userId="9fa804240d506e78" providerId="Windows Live" clId="Web-{67097E2A-E7A9-4499-896D-4BD9E287EED2}" dt="2026-01-14T09:17:21.433" v="258" actId="20577"/>
          <ac:spMkLst>
            <pc:docMk/>
            <pc:sldMk cId="3746491774" sldId="261"/>
            <ac:spMk id="9" creationId="{59F3A9EF-7118-A136-50E9-8D0FE55490B8}"/>
          </ac:spMkLst>
        </pc:spChg>
      </pc:sldChg>
      <pc:sldChg chg="addSp modSp new">
        <pc:chgData name="Gadam Gurban" userId="9fa804240d506e78" providerId="Windows Live" clId="Web-{67097E2A-E7A9-4499-896D-4BD9E287EED2}" dt="2026-01-14T09:23:16.573" v="349" actId="20577"/>
        <pc:sldMkLst>
          <pc:docMk/>
          <pc:sldMk cId="215097233" sldId="262"/>
        </pc:sldMkLst>
        <pc:spChg chg="add mod">
          <ac:chgData name="Gadam Gurban" userId="9fa804240d506e78" providerId="Windows Live" clId="Web-{67097E2A-E7A9-4499-896D-4BD9E287EED2}" dt="2026-01-14T09:23:16.573" v="349" actId="20577"/>
          <ac:spMkLst>
            <pc:docMk/>
            <pc:sldMk cId="215097233" sldId="262"/>
            <ac:spMk id="5" creationId="{06EE4806-19CE-3D8C-4CB2-EAF55299FB9A}"/>
          </ac:spMkLst>
        </pc:spChg>
      </pc:sldChg>
      <pc:sldChg chg="addSp delSp modSp new">
        <pc:chgData name="Gadam Gurban" userId="9fa804240d506e78" providerId="Windows Live" clId="Web-{67097E2A-E7A9-4499-896D-4BD9E287EED2}" dt="2026-01-14T09:29:19.010" v="382" actId="20577"/>
        <pc:sldMkLst>
          <pc:docMk/>
          <pc:sldMk cId="1788541704" sldId="263"/>
        </pc:sldMkLst>
        <pc:spChg chg="add del">
          <ac:chgData name="Gadam Gurban" userId="9fa804240d506e78" providerId="Windows Live" clId="Web-{67097E2A-E7A9-4499-896D-4BD9E287EED2}" dt="2026-01-14T09:25:11.838" v="352"/>
          <ac:spMkLst>
            <pc:docMk/>
            <pc:sldMk cId="1788541704" sldId="263"/>
            <ac:spMk id="5" creationId="{1FEEAA90-4996-53FD-1EDC-AB59A756EF3F}"/>
          </ac:spMkLst>
        </pc:spChg>
        <pc:spChg chg="add del">
          <ac:chgData name="Gadam Gurban" userId="9fa804240d506e78" providerId="Windows Live" clId="Web-{67097E2A-E7A9-4499-896D-4BD9E287EED2}" dt="2026-01-14T09:26:37.510" v="360"/>
          <ac:spMkLst>
            <pc:docMk/>
            <pc:sldMk cId="1788541704" sldId="263"/>
            <ac:spMk id="6" creationId="{126A9A0B-5AA1-4981-3F21-D2627DC63420}"/>
          </ac:spMkLst>
        </pc:spChg>
        <pc:spChg chg="add del">
          <ac:chgData name="Gadam Gurban" userId="9fa804240d506e78" providerId="Windows Live" clId="Web-{67097E2A-E7A9-4499-896D-4BD9E287EED2}" dt="2026-01-14T09:29:01.650" v="372"/>
          <ac:spMkLst>
            <pc:docMk/>
            <pc:sldMk cId="1788541704" sldId="263"/>
            <ac:spMk id="8" creationId="{7EE704E7-0236-0077-58DD-D70B2AE53675}"/>
          </ac:spMkLst>
        </pc:spChg>
        <pc:spChg chg="add mod">
          <ac:chgData name="Gadam Gurban" userId="9fa804240d506e78" providerId="Windows Live" clId="Web-{67097E2A-E7A9-4499-896D-4BD9E287EED2}" dt="2026-01-14T09:29:19.010" v="382" actId="20577"/>
          <ac:spMkLst>
            <pc:docMk/>
            <pc:sldMk cId="1788541704" sldId="263"/>
            <ac:spMk id="10" creationId="{4B68A8DD-F996-BBE9-44BF-35257D20C62E}"/>
          </ac:spMkLst>
        </pc:spChg>
        <pc:picChg chg="add del mod">
          <ac:chgData name="Gadam Gurban" userId="9fa804240d506e78" providerId="Windows Live" clId="Web-{67097E2A-E7A9-4499-896D-4BD9E287EED2}" dt="2026-01-14T09:28:07.697" v="363"/>
          <ac:picMkLst>
            <pc:docMk/>
            <pc:sldMk cId="1788541704" sldId="263"/>
            <ac:picMk id="7" creationId="{38119114-7DE7-C649-6697-0C5F26AE6F2A}"/>
          </ac:picMkLst>
        </pc:picChg>
        <pc:picChg chg="add mod">
          <ac:chgData name="Gadam Gurban" userId="9fa804240d506e78" providerId="Windows Live" clId="Web-{67097E2A-E7A9-4499-896D-4BD9E287EED2}" dt="2026-01-14T09:28:59.728" v="371" actId="1076"/>
          <ac:picMkLst>
            <pc:docMk/>
            <pc:sldMk cId="1788541704" sldId="263"/>
            <ac:picMk id="9" creationId="{160FC51D-6377-EE29-C5F4-7E081E16038D}"/>
          </ac:picMkLst>
        </pc:picChg>
      </pc:sldChg>
      <pc:sldMasterChg chg="del delSldLayout">
        <pc:chgData name="Gadam Gurban" userId="9fa804240d506e78" providerId="Windows Live" clId="Web-{67097E2A-E7A9-4499-896D-4BD9E287EED2}" dt="2026-01-14T08:44:08.125" v="0"/>
        <pc:sldMasterMkLst>
          <pc:docMk/>
          <pc:sldMasterMk cId="2460954070" sldId="2147483660"/>
        </pc:sldMasterMkLst>
        <pc:sldLayoutChg chg="del">
          <pc:chgData name="Gadam Gurban" userId="9fa804240d506e78" providerId="Windows Live" clId="Web-{67097E2A-E7A9-4499-896D-4BD9E287EED2}" dt="2026-01-14T08:44:08.125" v="0"/>
          <pc:sldLayoutMkLst>
            <pc:docMk/>
            <pc:sldMasterMk cId="2460954070" sldId="2147483660"/>
            <pc:sldLayoutMk cId="2385387890" sldId="2147483661"/>
          </pc:sldLayoutMkLst>
        </pc:sldLayoutChg>
        <pc:sldLayoutChg chg="del">
          <pc:chgData name="Gadam Gurban" userId="9fa804240d506e78" providerId="Windows Live" clId="Web-{67097E2A-E7A9-4499-896D-4BD9E287EED2}" dt="2026-01-14T08:44:08.125" v="0"/>
          <pc:sldLayoutMkLst>
            <pc:docMk/>
            <pc:sldMasterMk cId="2460954070" sldId="2147483660"/>
            <pc:sldLayoutMk cId="949138452" sldId="2147483662"/>
          </pc:sldLayoutMkLst>
        </pc:sldLayoutChg>
        <pc:sldLayoutChg chg="del">
          <pc:chgData name="Gadam Gurban" userId="9fa804240d506e78" providerId="Windows Live" clId="Web-{67097E2A-E7A9-4499-896D-4BD9E287EED2}" dt="2026-01-14T08:44:08.125" v="0"/>
          <pc:sldLayoutMkLst>
            <pc:docMk/>
            <pc:sldMasterMk cId="2460954070" sldId="2147483660"/>
            <pc:sldLayoutMk cId="2591524520" sldId="2147483663"/>
          </pc:sldLayoutMkLst>
        </pc:sldLayoutChg>
        <pc:sldLayoutChg chg="del">
          <pc:chgData name="Gadam Gurban" userId="9fa804240d506e78" providerId="Windows Live" clId="Web-{67097E2A-E7A9-4499-896D-4BD9E287EED2}" dt="2026-01-14T08:44:08.125" v="0"/>
          <pc:sldLayoutMkLst>
            <pc:docMk/>
            <pc:sldMasterMk cId="2460954070" sldId="2147483660"/>
            <pc:sldLayoutMk cId="1203092039" sldId="2147483664"/>
          </pc:sldLayoutMkLst>
        </pc:sldLayoutChg>
        <pc:sldLayoutChg chg="del">
          <pc:chgData name="Gadam Gurban" userId="9fa804240d506e78" providerId="Windows Live" clId="Web-{67097E2A-E7A9-4499-896D-4BD9E287EED2}" dt="2026-01-14T08:44:08.125" v="0"/>
          <pc:sldLayoutMkLst>
            <pc:docMk/>
            <pc:sldMasterMk cId="2460954070" sldId="2147483660"/>
            <pc:sldLayoutMk cId="3733172339" sldId="2147483665"/>
          </pc:sldLayoutMkLst>
        </pc:sldLayoutChg>
        <pc:sldLayoutChg chg="del">
          <pc:chgData name="Gadam Gurban" userId="9fa804240d506e78" providerId="Windows Live" clId="Web-{67097E2A-E7A9-4499-896D-4BD9E287EED2}" dt="2026-01-14T08:44:08.125" v="0"/>
          <pc:sldLayoutMkLst>
            <pc:docMk/>
            <pc:sldMasterMk cId="2460954070" sldId="2147483660"/>
            <pc:sldLayoutMk cId="3210312558" sldId="2147483666"/>
          </pc:sldLayoutMkLst>
        </pc:sldLayoutChg>
        <pc:sldLayoutChg chg="del">
          <pc:chgData name="Gadam Gurban" userId="9fa804240d506e78" providerId="Windows Live" clId="Web-{67097E2A-E7A9-4499-896D-4BD9E287EED2}" dt="2026-01-14T08:44:08.125" v="0"/>
          <pc:sldLayoutMkLst>
            <pc:docMk/>
            <pc:sldMasterMk cId="2460954070" sldId="2147483660"/>
            <pc:sldLayoutMk cId="3146388984" sldId="2147483667"/>
          </pc:sldLayoutMkLst>
        </pc:sldLayoutChg>
        <pc:sldLayoutChg chg="del">
          <pc:chgData name="Gadam Gurban" userId="9fa804240d506e78" providerId="Windows Live" clId="Web-{67097E2A-E7A9-4499-896D-4BD9E287EED2}" dt="2026-01-14T08:44:08.125" v="0"/>
          <pc:sldLayoutMkLst>
            <pc:docMk/>
            <pc:sldMasterMk cId="2460954070" sldId="2147483660"/>
            <pc:sldLayoutMk cId="3171841454" sldId="2147483668"/>
          </pc:sldLayoutMkLst>
        </pc:sldLayoutChg>
        <pc:sldLayoutChg chg="del">
          <pc:chgData name="Gadam Gurban" userId="9fa804240d506e78" providerId="Windows Live" clId="Web-{67097E2A-E7A9-4499-896D-4BD9E287EED2}" dt="2026-01-14T08:44:08.125" v="0"/>
          <pc:sldLayoutMkLst>
            <pc:docMk/>
            <pc:sldMasterMk cId="2460954070" sldId="2147483660"/>
            <pc:sldLayoutMk cId="1718958274" sldId="2147483669"/>
          </pc:sldLayoutMkLst>
        </pc:sldLayoutChg>
        <pc:sldLayoutChg chg="del">
          <pc:chgData name="Gadam Gurban" userId="9fa804240d506e78" providerId="Windows Live" clId="Web-{67097E2A-E7A9-4499-896D-4BD9E287EED2}" dt="2026-01-14T08:44:08.125" v="0"/>
          <pc:sldLayoutMkLst>
            <pc:docMk/>
            <pc:sldMasterMk cId="2460954070" sldId="2147483660"/>
            <pc:sldLayoutMk cId="2202905451" sldId="2147483670"/>
          </pc:sldLayoutMkLst>
        </pc:sldLayoutChg>
        <pc:sldLayoutChg chg="del">
          <pc:chgData name="Gadam Gurban" userId="9fa804240d506e78" providerId="Windows Live" clId="Web-{67097E2A-E7A9-4499-896D-4BD9E287EED2}" dt="2026-01-14T08:44:08.125" v="0"/>
          <pc:sldLayoutMkLst>
            <pc:docMk/>
            <pc:sldMasterMk cId="2460954070" sldId="2147483660"/>
            <pc:sldLayoutMk cId="3479445657" sldId="2147483671"/>
          </pc:sldLayoutMkLst>
        </pc:sldLayoutChg>
      </pc:sldMasterChg>
      <pc:sldMasterChg chg="add del addSldLayout delSldLayout modSldLayout">
        <pc:chgData name="Gadam Gurban" userId="9fa804240d506e78" providerId="Windows Live" clId="Web-{67097E2A-E7A9-4499-896D-4BD9E287EED2}" dt="2026-01-14T08:44:22.687" v="1"/>
        <pc:sldMasterMkLst>
          <pc:docMk/>
          <pc:sldMasterMk cId="2294923440" sldId="2147483672"/>
        </pc:sldMasterMkLst>
        <pc:sldLayoutChg chg="add del mod replId">
          <pc:chgData name="Gadam Gurban" userId="9fa804240d506e78" providerId="Windows Live" clId="Web-{67097E2A-E7A9-4499-896D-4BD9E287EED2}" dt="2026-01-14T08:44:22.687" v="1"/>
          <pc:sldLayoutMkLst>
            <pc:docMk/>
            <pc:sldMasterMk cId="2294923440" sldId="2147483672"/>
            <pc:sldLayoutMk cId="233852506" sldId="2147483673"/>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848721633" sldId="2147483674"/>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542250723" sldId="2147483675"/>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3302257717" sldId="2147483676"/>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3729785100" sldId="2147483677"/>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394690698" sldId="2147483678"/>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2985910257" sldId="2147483679"/>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3918494921" sldId="2147483680"/>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209841933" sldId="2147483681"/>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925114287" sldId="2147483682"/>
          </pc:sldLayoutMkLst>
        </pc:sldLayoutChg>
        <pc:sldLayoutChg chg="add del mod replId">
          <pc:chgData name="Gadam Gurban" userId="9fa804240d506e78" providerId="Windows Live" clId="Web-{67097E2A-E7A9-4499-896D-4BD9E287EED2}" dt="2026-01-14T08:44:22.687" v="1"/>
          <pc:sldLayoutMkLst>
            <pc:docMk/>
            <pc:sldMasterMk cId="2294923440" sldId="2147483672"/>
            <pc:sldLayoutMk cId="2514443694" sldId="2147483683"/>
          </pc:sldLayoutMkLst>
        </pc:sldLayoutChg>
      </pc:sldMasterChg>
      <pc:sldMasterChg chg="add del addSldLayout delSldLayout modSldLayout">
        <pc:chgData name="Gadam Gurban" userId="9fa804240d506e78" providerId="Windows Live" clId="Web-{67097E2A-E7A9-4499-896D-4BD9E287EED2}" dt="2026-01-14T08:44:36.953" v="2"/>
        <pc:sldMasterMkLst>
          <pc:docMk/>
          <pc:sldMasterMk cId="2422261846" sldId="2147483684"/>
        </pc:sldMasterMkLst>
        <pc:sldLayoutChg chg="add del mod replId">
          <pc:chgData name="Gadam Gurban" userId="9fa804240d506e78" providerId="Windows Live" clId="Web-{67097E2A-E7A9-4499-896D-4BD9E287EED2}" dt="2026-01-14T08:44:36.953" v="2"/>
          <pc:sldLayoutMkLst>
            <pc:docMk/>
            <pc:sldMasterMk cId="2422261846" sldId="2147483684"/>
            <pc:sldLayoutMk cId="3360559661" sldId="2147483685"/>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1475740391" sldId="2147483686"/>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2799251978" sldId="2147483687"/>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1626915886" sldId="2147483688"/>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3121571211" sldId="2147483689"/>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3912045232" sldId="2147483690"/>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4233655863" sldId="2147483691"/>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4003702825" sldId="2147483692"/>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1749927927" sldId="2147483693"/>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2805441527" sldId="2147483694"/>
          </pc:sldLayoutMkLst>
        </pc:sldLayoutChg>
        <pc:sldLayoutChg chg="add del mod replId">
          <pc:chgData name="Gadam Gurban" userId="9fa804240d506e78" providerId="Windows Live" clId="Web-{67097E2A-E7A9-4499-896D-4BD9E287EED2}" dt="2026-01-14T08:44:36.953" v="2"/>
          <pc:sldLayoutMkLst>
            <pc:docMk/>
            <pc:sldMasterMk cId="2422261846" sldId="2147483684"/>
            <pc:sldLayoutMk cId="2468667751" sldId="2147483695"/>
          </pc:sldLayoutMkLst>
        </pc:sldLayoutChg>
      </pc:sldMasterChg>
      <pc:sldMasterChg chg="add del addSldLayout delSldLayout modSldLayout">
        <pc:chgData name="Gadam Gurban" userId="9fa804240d506e78" providerId="Windows Live" clId="Web-{67097E2A-E7A9-4499-896D-4BD9E287EED2}" dt="2026-01-14T08:44:43.719" v="3"/>
        <pc:sldMasterMkLst>
          <pc:docMk/>
          <pc:sldMasterMk cId="1504273409" sldId="2147483696"/>
        </pc:sldMasterMkLst>
        <pc:sldLayoutChg chg="add del mod replId">
          <pc:chgData name="Gadam Gurban" userId="9fa804240d506e78" providerId="Windows Live" clId="Web-{67097E2A-E7A9-4499-896D-4BD9E287EED2}" dt="2026-01-14T08:44:43.719" v="3"/>
          <pc:sldLayoutMkLst>
            <pc:docMk/>
            <pc:sldMasterMk cId="1504273409" sldId="2147483696"/>
            <pc:sldLayoutMk cId="1533747786" sldId="2147483697"/>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1734381285" sldId="2147483698"/>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629756731" sldId="2147483699"/>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4137627754" sldId="2147483700"/>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2727325670" sldId="2147483701"/>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701085055" sldId="2147483702"/>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1151753209" sldId="2147483703"/>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77758161" sldId="2147483704"/>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1906179306" sldId="2147483705"/>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991662184" sldId="2147483706"/>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1663402377" sldId="2147483707"/>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1824117309" sldId="2147483708"/>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1290599584" sldId="2147483709"/>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2756805502" sldId="2147483710"/>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4077035651" sldId="2147483711"/>
          </pc:sldLayoutMkLst>
        </pc:sldLayoutChg>
        <pc:sldLayoutChg chg="add del mod replId">
          <pc:chgData name="Gadam Gurban" userId="9fa804240d506e78" providerId="Windows Live" clId="Web-{67097E2A-E7A9-4499-896D-4BD9E287EED2}" dt="2026-01-14T08:44:43.719" v="3"/>
          <pc:sldLayoutMkLst>
            <pc:docMk/>
            <pc:sldMasterMk cId="1504273409" sldId="2147483696"/>
            <pc:sldLayoutMk cId="2005181131" sldId="2147483712"/>
          </pc:sldLayoutMkLst>
        </pc:sldLayoutChg>
      </pc:sldMasterChg>
      <pc:sldMasterChg chg="add addSldLayout modSldLayout">
        <pc:chgData name="Gadam Gurban" userId="9fa804240d506e78" providerId="Windows Live" clId="Web-{67097E2A-E7A9-4499-896D-4BD9E287EED2}" dt="2026-01-14T08:44:43.719" v="3"/>
        <pc:sldMasterMkLst>
          <pc:docMk/>
          <pc:sldMasterMk cId="1130812963" sldId="2147483713"/>
        </pc:sldMasterMkLst>
        <pc:sldLayoutChg chg="add mod replId">
          <pc:chgData name="Gadam Gurban" userId="9fa804240d506e78" providerId="Windows Live" clId="Web-{67097E2A-E7A9-4499-896D-4BD9E287EED2}" dt="2026-01-14T08:44:43.719" v="3"/>
          <pc:sldLayoutMkLst>
            <pc:docMk/>
            <pc:sldMasterMk cId="1130812963" sldId="2147483713"/>
            <pc:sldLayoutMk cId="881860198" sldId="2147483714"/>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3799978046" sldId="2147483715"/>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2688145010" sldId="2147483716"/>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3044670246" sldId="2147483717"/>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187221073" sldId="2147483718"/>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1373353160" sldId="2147483719"/>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3099120800" sldId="2147483720"/>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2107570146" sldId="2147483721"/>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2749658010" sldId="2147483722"/>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1729565082" sldId="2147483723"/>
          </pc:sldLayoutMkLst>
        </pc:sldLayoutChg>
        <pc:sldLayoutChg chg="add mod replId">
          <pc:chgData name="Gadam Gurban" userId="9fa804240d506e78" providerId="Windows Live" clId="Web-{67097E2A-E7A9-4499-896D-4BD9E287EED2}" dt="2026-01-14T08:44:43.719" v="3"/>
          <pc:sldLayoutMkLst>
            <pc:docMk/>
            <pc:sldMasterMk cId="1130812963" sldId="2147483713"/>
            <pc:sldLayoutMk cId="2818494514" sldId="2147483724"/>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1/14/2026</a:t>
            </a:fld>
            <a:endParaRPr lang="en-US"/>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8818601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1/14/2026</a:t>
            </a:fld>
            <a:endParaRPr lang="en-US"/>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79997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1/14/2026</a:t>
            </a:fld>
            <a:endParaRPr lang="en-US"/>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688145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1/14/2026</a:t>
            </a:fld>
            <a:endParaRPr lang="en-US"/>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044670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1/14/2026</a:t>
            </a:fld>
            <a:endParaRPr lang="en-US"/>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187221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1/14/2026</a:t>
            </a:fld>
            <a:endParaRPr lang="en-US"/>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1373353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1/14/2026</a:t>
            </a:fld>
            <a:endParaRPr lang="en-US"/>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099120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1/14/2026</a:t>
            </a:fld>
            <a:endParaRPr lang="en-US"/>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107570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1/14/2026</a:t>
            </a:fld>
            <a:endParaRPr lang="en-US"/>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749658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1/14/2026</a:t>
            </a:fld>
            <a:endParaRPr lang="en-US"/>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1729565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1/14/2026</a:t>
            </a:fld>
            <a:endParaRPr lang="en-US"/>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818494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1/14/2026</a:t>
            </a:fld>
            <a:endParaRPr lang="en-US"/>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a:p>
        </p:txBody>
      </p:sp>
    </p:spTree>
    <p:extLst>
      <p:ext uri="{BB962C8B-B14F-4D97-AF65-F5344CB8AC3E}">
        <p14:creationId xmlns:p14="http://schemas.microsoft.com/office/powerpoint/2010/main" val="113081296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orient="horz" pos="3816">
          <p15:clr>
            <a:srgbClr val="F26B43"/>
          </p15:clr>
        </p15:guide>
        <p15:guide id="6" orient="horz" pos="11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Autofit/>
          </a:bodyPr>
          <a:lstStyle/>
          <a:p>
            <a:pPr algn="l"/>
            <a:r>
              <a:rPr lang="en-US" sz="5400">
                <a:latin typeface="Times New Roman"/>
                <a:ea typeface="+mj-lt"/>
                <a:cs typeface="+mj-lt"/>
              </a:rPr>
              <a:t>Package Monitor</a:t>
            </a:r>
            <a:endParaRPr lang="en-US" sz="5400">
              <a:latin typeface="Times New Roman"/>
              <a:cs typeface="Times New Roman"/>
            </a:endParaRPr>
          </a:p>
        </p:txBody>
      </p:sp>
      <p:sp>
        <p:nvSpPr>
          <p:cNvPr id="3" name="Subtitle 2"/>
          <p:cNvSpPr>
            <a:spLocks noGrp="1"/>
          </p:cNvSpPr>
          <p:nvPr>
            <p:ph idx="1"/>
          </p:nvPr>
        </p:nvSpPr>
        <p:spPr>
          <a:xfrm>
            <a:off x="857230" y="2992065"/>
            <a:ext cx="10442448" cy="3069738"/>
          </a:xfrm>
        </p:spPr>
        <p:txBody>
          <a:bodyPr vert="horz" lIns="91440" tIns="45720" rIns="91440" bIns="45720" rtlCol="0" anchor="t">
            <a:normAutofit/>
          </a:bodyPr>
          <a:lstStyle/>
          <a:p>
            <a:pPr marL="0" indent="0" algn="l">
              <a:buNone/>
            </a:pPr>
            <a:r>
              <a:rPr lang="en-US" sz="2400" noProof="1">
                <a:latin typeface="Times New Roman"/>
                <a:ea typeface="+mn-lt"/>
                <a:cs typeface="+mn-lt"/>
              </a:rPr>
              <a:t>Studenți</a:t>
            </a:r>
            <a:r>
              <a:rPr lang="en-US" sz="2400" noProof="1">
                <a:latin typeface="Times New Roman"/>
                <a:cs typeface="Times New Roman"/>
              </a:rPr>
              <a:t>: </a:t>
            </a:r>
          </a:p>
          <a:p>
            <a:pPr marL="285750" indent="-285750" algn="l">
              <a:buChar char="•"/>
            </a:pPr>
            <a:r>
              <a:rPr lang="en-US" sz="2400" noProof="1">
                <a:latin typeface="Times New Roman"/>
                <a:cs typeface="Times New Roman"/>
              </a:rPr>
              <a:t>Gurbanov Gadam</a:t>
            </a:r>
          </a:p>
          <a:p>
            <a:pPr marL="285750" indent="-285750" algn="l">
              <a:buChar char="•"/>
            </a:pPr>
            <a:r>
              <a:rPr lang="en-US" sz="2400" noProof="1">
                <a:latin typeface="Times New Roman"/>
                <a:cs typeface="Times New Roman"/>
              </a:rPr>
              <a:t>Merdanov Ylham</a:t>
            </a:r>
          </a:p>
          <a:p>
            <a:endParaRPr lang="en-US" sz="2400" noProof="1">
              <a:latin typeface="Times New Roman"/>
              <a:cs typeface="Times New Roman"/>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92B9C-6E47-E4E4-5388-EF1044A9B9B7}"/>
              </a:ext>
            </a:extLst>
          </p:cNvPr>
          <p:cNvSpPr>
            <a:spLocks noGrp="1"/>
          </p:cNvSpPr>
          <p:nvPr>
            <p:ph type="title"/>
          </p:nvPr>
        </p:nvSpPr>
        <p:spPr>
          <a:xfrm>
            <a:off x="871108" y="1020732"/>
            <a:ext cx="10449784" cy="1090873"/>
          </a:xfrm>
        </p:spPr>
        <p:txBody>
          <a:bodyPr vert="horz" lIns="91440" tIns="45720" rIns="91440" bIns="45720" rtlCol="0" anchor="ctr">
            <a:normAutofit/>
          </a:bodyPr>
          <a:lstStyle/>
          <a:p>
            <a:r>
              <a:rPr lang="en-US" sz="2400" b="1" noProof="1">
                <a:latin typeface="Times New Roman"/>
                <a:ea typeface="+mj-lt"/>
                <a:cs typeface="+mj-lt"/>
              </a:rPr>
              <a:t>Github </a:t>
            </a:r>
            <a:r>
              <a:rPr lang="en-US" sz="2400" b="1">
                <a:latin typeface="Times New Roman"/>
                <a:ea typeface="+mj-lt"/>
                <a:cs typeface="+mj-lt"/>
              </a:rPr>
              <a:t>link:</a:t>
            </a:r>
            <a:br>
              <a:rPr lang="en-US" sz="2400" b="1">
                <a:latin typeface="Times New Roman"/>
                <a:ea typeface="+mj-lt"/>
                <a:cs typeface="+mj-lt"/>
              </a:rPr>
            </a:br>
            <a:r>
              <a:rPr lang="en-US" sz="2400">
                <a:latin typeface="Times New Roman"/>
                <a:ea typeface="+mj-lt"/>
                <a:cs typeface="+mj-lt"/>
              </a:rPr>
              <a:t>https://github.com/GurbanowGadam/itbi_packagelog</a:t>
            </a:r>
          </a:p>
        </p:txBody>
      </p:sp>
      <p:sp>
        <p:nvSpPr>
          <p:cNvPr id="3" name="Content Placeholder 2">
            <a:extLst>
              <a:ext uri="{FF2B5EF4-FFF2-40B4-BE49-F238E27FC236}">
                <a16:creationId xmlns:a16="http://schemas.microsoft.com/office/drawing/2014/main" id="{81CA1730-176A-51A6-C121-18FF973CFB0C}"/>
              </a:ext>
            </a:extLst>
          </p:cNvPr>
          <p:cNvSpPr>
            <a:spLocks noGrp="1"/>
          </p:cNvSpPr>
          <p:nvPr>
            <p:ph idx="1"/>
          </p:nvPr>
        </p:nvSpPr>
        <p:spPr>
          <a:xfrm>
            <a:off x="867527" y="2672848"/>
            <a:ext cx="10442448" cy="3388955"/>
          </a:xfrm>
        </p:spPr>
        <p:txBody>
          <a:bodyPr vert="horz" lIns="91440" tIns="45720" rIns="91440" bIns="45720" rtlCol="0" anchor="ctr">
            <a:normAutofit/>
          </a:bodyPr>
          <a:lstStyle/>
          <a:p>
            <a:pPr marL="0" indent="0">
              <a:buNone/>
            </a:pPr>
            <a:r>
              <a:rPr lang="en-US" sz="2400" b="1" noProof="1">
                <a:latin typeface="Times New Roman"/>
                <a:ea typeface="+mn-lt"/>
                <a:cs typeface="+mn-lt"/>
              </a:rPr>
              <a:t>Despre proiect:</a:t>
            </a:r>
            <a:endParaRPr lang="en-US" sz="2400" noProof="1">
              <a:latin typeface="Times New Roman"/>
              <a:ea typeface="+mn-lt"/>
              <a:cs typeface="Times New Roman"/>
            </a:endParaRPr>
          </a:p>
          <a:p>
            <a:pPr marL="0" indent="0">
              <a:buNone/>
            </a:pPr>
            <a:r>
              <a:rPr lang="en-US" sz="2400" noProof="1">
                <a:latin typeface="Times New Roman"/>
                <a:ea typeface="+mn-lt"/>
                <a:cs typeface="+mn-lt"/>
              </a:rPr>
              <a:t>Acest proiect este un instrument de monitorizare care urmărește automat, în fundal, toate operațiunile de instalare și eliminare a pachetelor pe sistemele Linux. Prin analizarea jurnalelor de sistem (</a:t>
            </a:r>
            <a:r>
              <a:rPr lang="en-US" sz="2400" noProof="1">
                <a:latin typeface="Times New Roman"/>
                <a:cs typeface="Times New Roman"/>
              </a:rPr>
              <a:t>dpkg.log</a:t>
            </a:r>
            <a:r>
              <a:rPr lang="en-US" sz="2400" noProof="1">
                <a:latin typeface="Times New Roman"/>
                <a:ea typeface="+mn-lt"/>
                <a:cs typeface="+mn-lt"/>
              </a:rPr>
              <a:t>), acesta generează o bază de date structurată și oferă utilizatorului posibilitatea de a obține rapoarte istorice detaliate cu o singură comandă, fără a fi nevoie să gestioneze fișiere brute complexe.</a:t>
            </a:r>
            <a:endParaRPr lang="en-US" sz="2400" noProof="1">
              <a:latin typeface="Times New Roman"/>
              <a:cs typeface="Times New Roman"/>
            </a:endParaRPr>
          </a:p>
        </p:txBody>
      </p:sp>
      <p:sp>
        <p:nvSpPr>
          <p:cNvPr id="4" name="Date Placeholder 3">
            <a:extLst>
              <a:ext uri="{FF2B5EF4-FFF2-40B4-BE49-F238E27FC236}">
                <a16:creationId xmlns:a16="http://schemas.microsoft.com/office/drawing/2014/main" id="{0B6E7C1D-E89D-2046-C1F4-D95C6C65BBA1}"/>
              </a:ext>
            </a:extLst>
          </p:cNvPr>
          <p:cNvSpPr>
            <a:spLocks noGrp="1"/>
          </p:cNvSpPr>
          <p:nvPr>
            <p:ph type="dt" sz="half" idx="10"/>
          </p:nvPr>
        </p:nvSpPr>
        <p:spPr/>
        <p:txBody>
          <a:bodyPr/>
          <a:lstStyle/>
          <a:p>
            <a:fld id="{ADBAD4F3-1D35-4D2A-820B-FBF714385AAA}" type="datetime1">
              <a:t>1/14/2026</a:t>
            </a:fld>
            <a:endParaRPr lang="en-US"/>
          </a:p>
        </p:txBody>
      </p:sp>
      <p:sp>
        <p:nvSpPr>
          <p:cNvPr id="5" name="Footer Placeholder 4">
            <a:extLst>
              <a:ext uri="{FF2B5EF4-FFF2-40B4-BE49-F238E27FC236}">
                <a16:creationId xmlns:a16="http://schemas.microsoft.com/office/drawing/2014/main" id="{0BB544D9-F9B0-4F12-1DD0-C43B9CDF6BB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A147597-B51A-7BD9-97F6-B3F31D386874}"/>
              </a:ext>
            </a:extLst>
          </p:cNvPr>
          <p:cNvSpPr>
            <a:spLocks noGrp="1"/>
          </p:cNvSpPr>
          <p:nvPr>
            <p:ph type="sldNum" sz="quarter" idx="12"/>
          </p:nvPr>
        </p:nvSpPr>
        <p:spPr/>
        <p:txBody>
          <a:bodyPr/>
          <a:lstStyle/>
          <a:p>
            <a:fld id="{5E4DE196-8A13-4FF7-A07E-102851959EAB}" type="slidenum">
              <a:rPr lang="en-US" dirty="0"/>
              <a:t>2</a:t>
            </a:fld>
            <a:endParaRPr lang="en-US"/>
          </a:p>
        </p:txBody>
      </p:sp>
    </p:spTree>
    <p:extLst>
      <p:ext uri="{BB962C8B-B14F-4D97-AF65-F5344CB8AC3E}">
        <p14:creationId xmlns:p14="http://schemas.microsoft.com/office/powerpoint/2010/main" val="3451462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85F4C41-8848-57FF-66F6-09A36A12BB8F}"/>
              </a:ext>
            </a:extLst>
          </p:cNvPr>
          <p:cNvSpPr>
            <a:spLocks noGrp="1"/>
          </p:cNvSpPr>
          <p:nvPr>
            <p:ph type="dt" sz="half" idx="10"/>
          </p:nvPr>
        </p:nvSpPr>
        <p:spPr/>
        <p:txBody>
          <a:bodyPr/>
          <a:lstStyle/>
          <a:p>
            <a:fld id="{F08484A4-D2B4-464A-A7A7-CC47476E9548}" type="datetime1">
              <a:t>1/14/2026</a:t>
            </a:fld>
            <a:endParaRPr lang="en-US"/>
          </a:p>
        </p:txBody>
      </p:sp>
      <p:sp>
        <p:nvSpPr>
          <p:cNvPr id="5" name="Footer Placeholder 4">
            <a:extLst>
              <a:ext uri="{FF2B5EF4-FFF2-40B4-BE49-F238E27FC236}">
                <a16:creationId xmlns:a16="http://schemas.microsoft.com/office/drawing/2014/main" id="{9AFB6CF0-7B91-F38C-D6C6-2988540C569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F0684F6-FFF3-9596-64D4-F5155AF3055B}"/>
              </a:ext>
            </a:extLst>
          </p:cNvPr>
          <p:cNvSpPr>
            <a:spLocks noGrp="1"/>
          </p:cNvSpPr>
          <p:nvPr>
            <p:ph type="sldNum" sz="quarter" idx="12"/>
          </p:nvPr>
        </p:nvSpPr>
        <p:spPr/>
        <p:txBody>
          <a:bodyPr/>
          <a:lstStyle/>
          <a:p>
            <a:fld id="{5E4DE196-8A13-4FF7-A07E-102851959EAB}" type="slidenum">
              <a:rPr lang="en-US" dirty="0"/>
              <a:t>3</a:t>
            </a:fld>
            <a:endParaRPr lang="en-US"/>
          </a:p>
        </p:txBody>
      </p:sp>
      <p:sp>
        <p:nvSpPr>
          <p:cNvPr id="9" name="TextBox 8">
            <a:extLst>
              <a:ext uri="{FF2B5EF4-FFF2-40B4-BE49-F238E27FC236}">
                <a16:creationId xmlns:a16="http://schemas.microsoft.com/office/drawing/2014/main" id="{C57D1474-4044-273B-7A81-98D774E6408E}"/>
              </a:ext>
            </a:extLst>
          </p:cNvPr>
          <p:cNvSpPr txBox="1"/>
          <p:nvPr/>
        </p:nvSpPr>
        <p:spPr>
          <a:xfrm>
            <a:off x="782594" y="453082"/>
            <a:ext cx="10431161"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i="1" noProof="1">
                <a:latin typeface="Times New Roman"/>
                <a:cs typeface="Times New Roman"/>
              </a:rPr>
              <a:t>Acest slide explică cum transformăm datele brute din loguri în informații utile.</a:t>
            </a:r>
          </a:p>
          <a:p>
            <a:endParaRPr lang="en-US" sz="2400" i="1" noProof="1">
              <a:latin typeface="Times New Roman"/>
              <a:cs typeface="Times New Roman"/>
            </a:endParaRPr>
          </a:p>
          <a:p>
            <a:pPr marL="342900" indent="-342900">
              <a:buFont typeface="Arial"/>
              <a:buChar char="•"/>
            </a:pPr>
            <a:r>
              <a:rPr lang="en-US" sz="2400" b="1" noProof="1">
                <a:latin typeface="Times New Roman"/>
                <a:cs typeface="Times New Roman"/>
              </a:rPr>
              <a:t>awk (Motor de Procesare Text):</a:t>
            </a:r>
          </a:p>
          <a:p>
            <a:pPr marL="800100" lvl="2" indent="-342900">
              <a:buFont typeface="Arial"/>
              <a:buChar char="•"/>
            </a:pPr>
            <a:r>
              <a:rPr lang="en-US" sz="2400" noProof="1">
                <a:latin typeface="Times New Roman"/>
                <a:cs typeface="Times New Roman"/>
              </a:rPr>
              <a:t>Componenta principală a proiectului.</a:t>
            </a:r>
          </a:p>
          <a:p>
            <a:pPr marL="800100" lvl="2" indent="-342900">
              <a:buFont typeface="Arial"/>
              <a:buChar char="•"/>
            </a:pPr>
            <a:r>
              <a:rPr lang="en-US" sz="2400" noProof="1">
                <a:latin typeface="Times New Roman"/>
                <a:cs typeface="Times New Roman"/>
              </a:rPr>
              <a:t>Nu doar parsează textul, ci realizează </a:t>
            </a:r>
            <a:r>
              <a:rPr lang="en-US" sz="2400" b="1" noProof="1">
                <a:latin typeface="Times New Roman"/>
                <a:cs typeface="Times New Roman"/>
              </a:rPr>
              <a:t>monitorizarea stării (State Tracking)</a:t>
            </a:r>
            <a:r>
              <a:rPr lang="en-US" sz="2400" noProof="1">
                <a:latin typeface="Times New Roman"/>
                <a:cs typeface="Times New Roman"/>
              </a:rPr>
              <a:t> pachetelor folosind </a:t>
            </a:r>
            <a:r>
              <a:rPr lang="en-US" sz="2400" b="1" noProof="1">
                <a:latin typeface="Times New Roman"/>
                <a:cs typeface="Times New Roman"/>
              </a:rPr>
              <a:t>Vectori Asociați (Associative Arrays)</a:t>
            </a:r>
            <a:r>
              <a:rPr lang="en-US" sz="2400" noProof="1">
                <a:latin typeface="Times New Roman"/>
                <a:cs typeface="Times New Roman"/>
              </a:rPr>
              <a:t>.</a:t>
            </a:r>
          </a:p>
          <a:p>
            <a:endParaRPr lang="en-US" sz="2400" b="1" noProof="1">
              <a:latin typeface="Times New Roman"/>
              <a:cs typeface="Times New Roman"/>
            </a:endParaRPr>
          </a:p>
          <a:p>
            <a:pPr marL="342900" indent="-342900">
              <a:buFont typeface="Arial"/>
              <a:buChar char="•"/>
            </a:pPr>
            <a:r>
              <a:rPr lang="en-US" sz="2400" b="1" noProof="1">
                <a:latin typeface="Times New Roman"/>
                <a:cs typeface="Times New Roman"/>
              </a:rPr>
              <a:t>grep -E (Filtrare Avansată):</a:t>
            </a:r>
            <a:endParaRPr lang="en-US" sz="2400" noProof="1">
              <a:latin typeface="Times New Roman"/>
              <a:cs typeface="Times New Roman"/>
            </a:endParaRPr>
          </a:p>
          <a:p>
            <a:pPr marL="800100" lvl="2" indent="-342900">
              <a:buFont typeface="Arial"/>
              <a:buChar char="•"/>
            </a:pPr>
            <a:r>
              <a:rPr lang="en-US" sz="2400" noProof="1">
                <a:latin typeface="Times New Roman"/>
                <a:cs typeface="Times New Roman"/>
              </a:rPr>
              <a:t>Utilizat pentru a extrage din miile de linii de log doar operațiunile critice: install, remove, purge și upgrade.</a:t>
            </a:r>
          </a:p>
          <a:p>
            <a:pPr marL="0" lvl="1"/>
            <a:endParaRPr lang="en-US" sz="2400" noProof="1">
              <a:latin typeface="Times New Roman"/>
              <a:cs typeface="Times New Roman"/>
            </a:endParaRPr>
          </a:p>
          <a:p>
            <a:pPr marL="228600" indent="-228600">
              <a:buFont typeface="Arial"/>
              <a:buChar char="•"/>
            </a:pPr>
            <a:r>
              <a:rPr lang="en-US" sz="2400" b="1" noProof="1">
                <a:latin typeface="Times New Roman"/>
                <a:cs typeface="Times New Roman"/>
              </a:rPr>
              <a:t>sort -u (Integritatea Datelor):</a:t>
            </a:r>
          </a:p>
          <a:p>
            <a:pPr marL="685800" lvl="2" indent="-228600">
              <a:buFont typeface="Arial"/>
              <a:buChar char="•"/>
            </a:pPr>
            <a:r>
              <a:rPr lang="en-US" sz="2400" noProof="1">
                <a:latin typeface="Times New Roman"/>
                <a:cs typeface="Times New Roman"/>
              </a:rPr>
              <a:t>Previne înregistrările duplicate (duplication) în baza de date. Asigură că fiecare eveniment este stocat o singură dată.</a:t>
            </a:r>
          </a:p>
          <a:p>
            <a:pPr algn="ctr"/>
            <a:endParaRPr lang="en-US" sz="2400" noProof="1">
              <a:latin typeface="Times New Roman"/>
              <a:cs typeface="Times New Roman"/>
            </a:endParaRPr>
          </a:p>
        </p:txBody>
      </p:sp>
    </p:spTree>
    <p:extLst>
      <p:ext uri="{BB962C8B-B14F-4D97-AF65-F5344CB8AC3E}">
        <p14:creationId xmlns:p14="http://schemas.microsoft.com/office/powerpoint/2010/main" val="124280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489FB-5190-8624-AD74-E714057F09A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70CF012-0559-C032-6816-C3A0E1321C98}"/>
              </a:ext>
            </a:extLst>
          </p:cNvPr>
          <p:cNvSpPr>
            <a:spLocks noGrp="1"/>
          </p:cNvSpPr>
          <p:nvPr>
            <p:ph type="dt" sz="half" idx="10"/>
          </p:nvPr>
        </p:nvSpPr>
        <p:spPr/>
        <p:txBody>
          <a:bodyPr/>
          <a:lstStyle/>
          <a:p>
            <a:fld id="{F08484A4-D2B4-464A-A7A7-CC47476E9548}" type="datetime1">
              <a:t>1/14/2026</a:t>
            </a:fld>
            <a:endParaRPr lang="en-US"/>
          </a:p>
        </p:txBody>
      </p:sp>
      <p:sp>
        <p:nvSpPr>
          <p:cNvPr id="5" name="Footer Placeholder 4">
            <a:extLst>
              <a:ext uri="{FF2B5EF4-FFF2-40B4-BE49-F238E27FC236}">
                <a16:creationId xmlns:a16="http://schemas.microsoft.com/office/drawing/2014/main" id="{E02EEA7E-0669-4C2E-96F3-669322E11E0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631A859-0C72-71C2-DAC3-3B3B3DEFA2FB}"/>
              </a:ext>
            </a:extLst>
          </p:cNvPr>
          <p:cNvSpPr>
            <a:spLocks noGrp="1"/>
          </p:cNvSpPr>
          <p:nvPr>
            <p:ph type="sldNum" sz="quarter" idx="12"/>
          </p:nvPr>
        </p:nvSpPr>
        <p:spPr/>
        <p:txBody>
          <a:bodyPr/>
          <a:lstStyle/>
          <a:p>
            <a:fld id="{5E4DE196-8A13-4FF7-A07E-102851959EAB}" type="slidenum">
              <a:rPr lang="en-US" dirty="0"/>
              <a:t>4</a:t>
            </a:fld>
            <a:endParaRPr lang="en-US"/>
          </a:p>
        </p:txBody>
      </p:sp>
      <p:sp>
        <p:nvSpPr>
          <p:cNvPr id="9" name="TextBox 8">
            <a:extLst>
              <a:ext uri="{FF2B5EF4-FFF2-40B4-BE49-F238E27FC236}">
                <a16:creationId xmlns:a16="http://schemas.microsoft.com/office/drawing/2014/main" id="{A9330C9F-BD91-BBEB-3AEC-F152E524CD72}"/>
              </a:ext>
            </a:extLst>
          </p:cNvPr>
          <p:cNvSpPr txBox="1"/>
          <p:nvPr/>
        </p:nvSpPr>
        <p:spPr>
          <a:xfrm>
            <a:off x="782594" y="453082"/>
            <a:ext cx="10431161"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i="1" noProof="1">
                <a:latin typeface="Times New Roman"/>
                <a:ea typeface="+mn-lt"/>
                <a:cs typeface="+mn-lt"/>
              </a:rPr>
              <a:t>Acest slide explică cum funcționează scriptul în fundal fără intervenția utilizatorului.</a:t>
            </a:r>
            <a:endParaRPr lang="en-US" noProof="1">
              <a:latin typeface="Times New Roman"/>
              <a:ea typeface="+mn-lt"/>
              <a:cs typeface="+mn-lt"/>
            </a:endParaRPr>
          </a:p>
          <a:p>
            <a:endParaRPr lang="en-US" sz="2400" i="1" noProof="1">
              <a:latin typeface="Times New Roman"/>
              <a:cs typeface="Times New Roman"/>
            </a:endParaRPr>
          </a:p>
          <a:p>
            <a:pPr marL="342900" indent="-342900">
              <a:buFont typeface="Arial"/>
              <a:buChar char="•"/>
            </a:pPr>
            <a:r>
              <a:rPr lang="en-US" sz="2400" b="1" noProof="1">
                <a:latin typeface="Times New Roman"/>
                <a:cs typeface="Times New Roman"/>
              </a:rPr>
              <a:t>Cron</a:t>
            </a:r>
            <a:r>
              <a:rPr lang="en-US" sz="2400" b="1" noProof="1">
                <a:latin typeface="Times New Roman"/>
                <a:ea typeface="+mn-lt"/>
                <a:cs typeface="+mn-lt"/>
              </a:rPr>
              <a:t> &amp; </a:t>
            </a:r>
            <a:r>
              <a:rPr lang="en-US" sz="2400" b="1" noProof="1">
                <a:latin typeface="Times New Roman"/>
                <a:cs typeface="Times New Roman"/>
              </a:rPr>
              <a:t>Crontab</a:t>
            </a:r>
            <a:r>
              <a:rPr lang="en-US" sz="2400" b="1" noProof="1">
                <a:latin typeface="Times New Roman"/>
                <a:ea typeface="+mn-lt"/>
                <a:cs typeface="+mn-lt"/>
              </a:rPr>
              <a:t> (Planificator de Sarcini)</a:t>
            </a:r>
            <a:r>
              <a:rPr lang="en-US" sz="2400" noProof="1">
                <a:latin typeface="Times New Roman"/>
                <a:ea typeface="+mn-lt"/>
                <a:cs typeface="+mn-lt"/>
              </a:rPr>
              <a:t>:</a:t>
            </a:r>
          </a:p>
          <a:p>
            <a:pPr marL="800100" lvl="2" indent="-342900">
              <a:buFont typeface="Arial"/>
              <a:buChar char="•"/>
            </a:pPr>
            <a:r>
              <a:rPr lang="en-US" sz="2400" noProof="1">
                <a:latin typeface="Times New Roman"/>
                <a:ea typeface="+mn-lt"/>
                <a:cs typeface="+mn-lt"/>
              </a:rPr>
              <a:t>Asigură funcționarea continuă (24/7) a monitorului în fundal (background).</a:t>
            </a:r>
          </a:p>
          <a:p>
            <a:pPr marL="800100" lvl="2" indent="-342900">
              <a:buFont typeface="Arial"/>
              <a:buChar char="•"/>
            </a:pPr>
            <a:r>
              <a:rPr lang="en-US" sz="2400" noProof="1">
                <a:latin typeface="Times New Roman"/>
                <a:ea typeface="+mn-lt"/>
                <a:cs typeface="+mn-lt"/>
              </a:rPr>
              <a:t>Execuția orară (</a:t>
            </a:r>
            <a:r>
              <a:rPr lang="en-US" sz="2400" noProof="1">
                <a:latin typeface="Times New Roman"/>
                <a:cs typeface="Times New Roman"/>
              </a:rPr>
              <a:t>0 * * * *</a:t>
            </a:r>
            <a:r>
              <a:rPr lang="en-US" sz="2400" noProof="1">
                <a:latin typeface="Times New Roman"/>
                <a:ea typeface="+mn-lt"/>
                <a:cs typeface="+mn-lt"/>
              </a:rPr>
              <a:t>) garantează captarea datelor înainte de procesul de </a:t>
            </a:r>
            <a:r>
              <a:rPr lang="en-US" sz="2400" b="1" noProof="1">
                <a:latin typeface="Times New Roman"/>
                <a:ea typeface="+mn-lt"/>
                <a:cs typeface="+mn-lt"/>
              </a:rPr>
              <a:t>Log Rotation</a:t>
            </a:r>
            <a:r>
              <a:rPr lang="en-US" sz="2400" noProof="1">
                <a:latin typeface="Times New Roman"/>
                <a:ea typeface="+mn-lt"/>
                <a:cs typeface="+mn-lt"/>
              </a:rPr>
              <a:t> (arhivarea automată a logurilor).</a:t>
            </a:r>
          </a:p>
          <a:p>
            <a:endParaRPr lang="en-US" sz="2400" b="1" noProof="1">
              <a:latin typeface="Times New Roman"/>
              <a:cs typeface="Times New Roman"/>
            </a:endParaRPr>
          </a:p>
          <a:p>
            <a:pPr marL="342900" indent="-342900">
              <a:buFont typeface="Arial"/>
              <a:buChar char="•"/>
            </a:pPr>
            <a:r>
              <a:rPr lang="en-US" sz="2400" b="1" noProof="1">
                <a:latin typeface="Times New Roman"/>
                <a:ea typeface="+mn-lt"/>
                <a:cs typeface="+mn-lt"/>
              </a:rPr>
              <a:t>Sursa Datelor</a:t>
            </a:r>
            <a:r>
              <a:rPr lang="en-US" sz="2400" b="1" noProof="1">
                <a:latin typeface="Times New Roman"/>
                <a:cs typeface="Times New Roman"/>
              </a:rPr>
              <a:t>:</a:t>
            </a:r>
            <a:endParaRPr lang="en-US" sz="2400" noProof="1">
              <a:latin typeface="Times New Roman"/>
              <a:cs typeface="Times New Roman"/>
            </a:endParaRPr>
          </a:p>
          <a:p>
            <a:pPr marL="800100" lvl="2" indent="-342900">
              <a:buFont typeface="Arial"/>
              <a:buChar char="•"/>
            </a:pPr>
            <a:r>
              <a:rPr lang="en-US" sz="2400" noProof="1">
                <a:latin typeface="Times New Roman"/>
                <a:ea typeface="+mn-lt"/>
                <a:cs typeface="+mn-lt"/>
              </a:rPr>
              <a:t>Proiectul se bazează pe analiza fișierului standard </a:t>
            </a:r>
            <a:r>
              <a:rPr lang="en-US" sz="2400" noProof="1">
                <a:latin typeface="Times New Roman"/>
                <a:cs typeface="Times New Roman"/>
              </a:rPr>
              <a:t>/var/log/dpkg.log</a:t>
            </a:r>
            <a:r>
              <a:rPr lang="en-US" sz="2400" noProof="1">
                <a:latin typeface="Times New Roman"/>
                <a:ea typeface="+mn-lt"/>
                <a:cs typeface="+mn-lt"/>
              </a:rPr>
              <a:t> prezent în sistemele Debian/Ubuntu.</a:t>
            </a:r>
          </a:p>
          <a:p>
            <a:pPr marL="0" lvl="1"/>
            <a:endParaRPr lang="en-US" sz="2400" noProof="1">
              <a:latin typeface="Times New Roman"/>
              <a:cs typeface="Times New Roman"/>
            </a:endParaRPr>
          </a:p>
        </p:txBody>
      </p:sp>
    </p:spTree>
    <p:extLst>
      <p:ext uri="{BB962C8B-B14F-4D97-AF65-F5344CB8AC3E}">
        <p14:creationId xmlns:p14="http://schemas.microsoft.com/office/powerpoint/2010/main" val="3309823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0D1E-8B3E-984A-EA6B-D4504527805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8FCFC99-E355-D588-6DDA-0C9A3EFE26D1}"/>
              </a:ext>
            </a:extLst>
          </p:cNvPr>
          <p:cNvSpPr>
            <a:spLocks noGrp="1"/>
          </p:cNvSpPr>
          <p:nvPr>
            <p:ph type="dt" sz="half" idx="10"/>
          </p:nvPr>
        </p:nvSpPr>
        <p:spPr/>
        <p:txBody>
          <a:bodyPr/>
          <a:lstStyle/>
          <a:p>
            <a:fld id="{F08484A4-D2B4-464A-A7A7-CC47476E9548}" type="datetime1">
              <a:t>1/14/2026</a:t>
            </a:fld>
            <a:endParaRPr lang="en-US"/>
          </a:p>
        </p:txBody>
      </p:sp>
      <p:sp>
        <p:nvSpPr>
          <p:cNvPr id="5" name="Footer Placeholder 4">
            <a:extLst>
              <a:ext uri="{FF2B5EF4-FFF2-40B4-BE49-F238E27FC236}">
                <a16:creationId xmlns:a16="http://schemas.microsoft.com/office/drawing/2014/main" id="{2713F856-3F57-1405-C307-11A4BD52749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C75EB13-45CA-7E15-8AF9-1CA81B173344}"/>
              </a:ext>
            </a:extLst>
          </p:cNvPr>
          <p:cNvSpPr>
            <a:spLocks noGrp="1"/>
          </p:cNvSpPr>
          <p:nvPr>
            <p:ph type="sldNum" sz="quarter" idx="12"/>
          </p:nvPr>
        </p:nvSpPr>
        <p:spPr/>
        <p:txBody>
          <a:bodyPr/>
          <a:lstStyle/>
          <a:p>
            <a:fld id="{5E4DE196-8A13-4FF7-A07E-102851959EAB}" type="slidenum">
              <a:rPr lang="en-US" dirty="0"/>
              <a:t>5</a:t>
            </a:fld>
            <a:endParaRPr lang="en-US"/>
          </a:p>
        </p:txBody>
      </p:sp>
      <p:sp>
        <p:nvSpPr>
          <p:cNvPr id="9" name="TextBox 8">
            <a:extLst>
              <a:ext uri="{FF2B5EF4-FFF2-40B4-BE49-F238E27FC236}">
                <a16:creationId xmlns:a16="http://schemas.microsoft.com/office/drawing/2014/main" id="{59F3A9EF-7118-A136-50E9-8D0FE55490B8}"/>
              </a:ext>
            </a:extLst>
          </p:cNvPr>
          <p:cNvSpPr txBox="1"/>
          <p:nvPr/>
        </p:nvSpPr>
        <p:spPr>
          <a:xfrm>
            <a:off x="782594" y="453082"/>
            <a:ext cx="10431161"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i="1" noProof="1">
                <a:latin typeface="Times New Roman"/>
                <a:ea typeface="+mn-lt"/>
                <a:cs typeface="+mn-lt"/>
              </a:rPr>
              <a:t>Acest slide demonstrează că proiectul este un utilitar CLI profesional, nu doar un simplu script.</a:t>
            </a:r>
            <a:endParaRPr lang="en-US" sz="2400" noProof="1">
              <a:latin typeface="Times New Roman"/>
              <a:ea typeface="+mn-lt"/>
              <a:cs typeface="+mn-lt"/>
            </a:endParaRPr>
          </a:p>
          <a:p>
            <a:endParaRPr lang="en-US" sz="2400" i="1" noProof="1">
              <a:latin typeface="Times New Roman"/>
              <a:cs typeface="Times New Roman"/>
            </a:endParaRPr>
          </a:p>
          <a:p>
            <a:pPr marL="342900" indent="-342900">
              <a:buFont typeface="Arial"/>
              <a:buChar char="•"/>
            </a:pPr>
            <a:r>
              <a:rPr lang="en-US" sz="2400" b="1" noProof="1">
                <a:latin typeface="Times New Roman"/>
                <a:ea typeface="+mn-lt"/>
                <a:cs typeface="+mn-lt"/>
              </a:rPr>
              <a:t>Legături Simbolice (Symlinks - ln -s):</a:t>
            </a:r>
          </a:p>
          <a:p>
            <a:pPr marL="800100" lvl="2" indent="-342900">
              <a:buFont typeface="Arial"/>
              <a:buChar char="•"/>
            </a:pPr>
            <a:r>
              <a:rPr lang="en-US" sz="2400" noProof="1">
                <a:latin typeface="Times New Roman"/>
                <a:ea typeface="+mn-lt"/>
                <a:cs typeface="+mn-lt"/>
              </a:rPr>
              <a:t>Crearea unei scurtături globale în /usr/local/bin</a:t>
            </a:r>
          </a:p>
          <a:p>
            <a:pPr marL="800100" lvl="2" indent="-342900">
              <a:buFont typeface="Arial"/>
              <a:buChar char="•"/>
            </a:pPr>
            <a:r>
              <a:rPr lang="en-US" sz="2400" noProof="1">
                <a:latin typeface="Times New Roman"/>
                <a:ea typeface="+mn-lt"/>
                <a:cs typeface="+mn-lt"/>
              </a:rPr>
              <a:t>Permite utilizatorului să ruleze programul din orice director al terminalului.</a:t>
            </a:r>
          </a:p>
          <a:p>
            <a:endParaRPr lang="en-US" sz="2400" b="1" noProof="1">
              <a:latin typeface="Times New Roman"/>
              <a:cs typeface="Times New Roman"/>
            </a:endParaRPr>
          </a:p>
          <a:p>
            <a:pPr marL="342900" indent="-342900">
              <a:buFont typeface="Arial"/>
              <a:buChar char="•"/>
            </a:pPr>
            <a:r>
              <a:rPr lang="en-US" sz="2400" b="1" noProof="1">
                <a:latin typeface="Times New Roman"/>
                <a:ea typeface="+mn-lt"/>
                <a:cs typeface="+mn-lt"/>
              </a:rPr>
              <a:t>Gestionarea Erorilor (Error Handling)</a:t>
            </a:r>
            <a:r>
              <a:rPr lang="en-US" sz="2400" b="1" noProof="1">
                <a:latin typeface="Times New Roman"/>
                <a:ea typeface="+mn-lt"/>
                <a:cs typeface="Times New Roman"/>
              </a:rPr>
              <a:t>:</a:t>
            </a:r>
            <a:endParaRPr lang="en-US" sz="2400" b="1" noProof="1">
              <a:latin typeface="Times New Roman"/>
              <a:cs typeface="Times New Roman"/>
            </a:endParaRPr>
          </a:p>
          <a:p>
            <a:pPr marL="800100" lvl="2" indent="-342900">
              <a:buFont typeface="Arial"/>
              <a:buChar char="•"/>
            </a:pPr>
            <a:r>
              <a:rPr lang="en-US" sz="2400" noProof="1">
                <a:latin typeface="Times New Roman"/>
                <a:ea typeface="+mn-lt"/>
                <a:cs typeface="+mn-lt"/>
              </a:rPr>
              <a:t>Scripturile folosesc verificări stricte (</a:t>
            </a:r>
            <a:r>
              <a:rPr lang="en-US" sz="2400" noProof="1">
                <a:latin typeface="Times New Roman"/>
                <a:cs typeface="Times New Roman"/>
              </a:rPr>
              <a:t>if [ -f ... </a:t>
            </a:r>
            <a:r>
              <a:rPr lang="en-US" sz="2400" noProof="1">
                <a:latin typeface="Times New Roman"/>
                <a:ea typeface="+mn-lt"/>
                <a:cs typeface="+mn-lt"/>
              </a:rPr>
              <a:t>]) și coduri de ieșire (exit 1, $?).</a:t>
            </a:r>
          </a:p>
          <a:p>
            <a:pPr marL="0" lvl="1"/>
            <a:endParaRPr lang="en-US" sz="2400" noProof="1">
              <a:latin typeface="Times New Roman"/>
              <a:cs typeface="Times New Roman"/>
            </a:endParaRPr>
          </a:p>
        </p:txBody>
      </p:sp>
    </p:spTree>
    <p:extLst>
      <p:ext uri="{BB962C8B-B14F-4D97-AF65-F5344CB8AC3E}">
        <p14:creationId xmlns:p14="http://schemas.microsoft.com/office/powerpoint/2010/main" val="3746491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53C613-9F53-88D0-E8D5-B0C02EF9C99A}"/>
              </a:ext>
            </a:extLst>
          </p:cNvPr>
          <p:cNvSpPr>
            <a:spLocks noGrp="1"/>
          </p:cNvSpPr>
          <p:nvPr>
            <p:ph type="dt" sz="half" idx="10"/>
          </p:nvPr>
        </p:nvSpPr>
        <p:spPr/>
        <p:txBody>
          <a:bodyPr/>
          <a:lstStyle/>
          <a:p>
            <a:fld id="{4BB8A4B6-686A-42D3-87B0-2ACF4AC27362}" type="datetime1">
              <a:t>1/14/2026</a:t>
            </a:fld>
            <a:endParaRPr lang="en-US"/>
          </a:p>
        </p:txBody>
      </p:sp>
      <p:sp>
        <p:nvSpPr>
          <p:cNvPr id="3" name="Footer Placeholder 2">
            <a:extLst>
              <a:ext uri="{FF2B5EF4-FFF2-40B4-BE49-F238E27FC236}">
                <a16:creationId xmlns:a16="http://schemas.microsoft.com/office/drawing/2014/main" id="{A976CED8-7852-28AF-7263-DDC27A9D5C4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5387BD12-E6B0-60BD-000A-0900E2DED244}"/>
              </a:ext>
            </a:extLst>
          </p:cNvPr>
          <p:cNvSpPr>
            <a:spLocks noGrp="1"/>
          </p:cNvSpPr>
          <p:nvPr>
            <p:ph type="sldNum" sz="quarter" idx="12"/>
          </p:nvPr>
        </p:nvSpPr>
        <p:spPr/>
        <p:txBody>
          <a:bodyPr/>
          <a:lstStyle/>
          <a:p>
            <a:fld id="{5E4DE196-8A13-4FF7-A07E-102851959EAB}" type="slidenum">
              <a:rPr lang="en-US" dirty="0"/>
              <a:t>6</a:t>
            </a:fld>
            <a:endParaRPr lang="en-US"/>
          </a:p>
        </p:txBody>
      </p:sp>
      <p:sp>
        <p:nvSpPr>
          <p:cNvPr id="5" name="TextBox 4">
            <a:extLst>
              <a:ext uri="{FF2B5EF4-FFF2-40B4-BE49-F238E27FC236}">
                <a16:creationId xmlns:a16="http://schemas.microsoft.com/office/drawing/2014/main" id="{06EE4806-19CE-3D8C-4CB2-EAF55299FB9A}"/>
              </a:ext>
            </a:extLst>
          </p:cNvPr>
          <p:cNvSpPr txBox="1"/>
          <p:nvPr/>
        </p:nvSpPr>
        <p:spPr>
          <a:xfrm>
            <a:off x="1030941" y="437029"/>
            <a:ext cx="10387852"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1" noProof="1">
                <a:latin typeface="Times New Roman"/>
                <a:ea typeface="+mn-lt"/>
                <a:cs typeface="+mn-lt"/>
              </a:rPr>
              <a:t>Ierarhia proiectului</a:t>
            </a:r>
          </a:p>
          <a:p>
            <a:endParaRPr lang="en-US" sz="2400" b="1" noProof="1">
              <a:latin typeface="Times New Roman"/>
              <a:cs typeface="Times New Roman"/>
            </a:endParaRPr>
          </a:p>
          <a:p>
            <a:r>
              <a:rPr lang="en-US" sz="2400" noProof="1">
                <a:latin typeface="Times New Roman"/>
                <a:ea typeface="+mn-lt"/>
                <a:cs typeface="+mn-lt"/>
              </a:rPr>
              <a:t>itbi_packagelog/</a:t>
            </a:r>
            <a:endParaRPr lang="en-US" sz="2400" noProof="1">
              <a:latin typeface="Times New Roman"/>
              <a:cs typeface="Times New Roman"/>
            </a:endParaRPr>
          </a:p>
          <a:p>
            <a:r>
              <a:rPr lang="en-US" sz="2400" noProof="1">
                <a:latin typeface="Times New Roman"/>
                <a:ea typeface="+mn-lt"/>
                <a:cs typeface="+mn-lt"/>
              </a:rPr>
              <a:t>  setup.sh               # Script de instalare și configurare (Installer)</a:t>
            </a:r>
            <a:endParaRPr lang="en-US" sz="2400" noProof="1">
              <a:latin typeface="Times New Roman"/>
              <a:cs typeface="Times New Roman"/>
            </a:endParaRPr>
          </a:p>
          <a:p>
            <a:r>
              <a:rPr lang="en-US" sz="2400" noProof="1">
                <a:latin typeface="Times New Roman"/>
                <a:ea typeface="+mn-lt"/>
                <a:cs typeface="+mn-lt"/>
              </a:rPr>
              <a:t>  process.sh           # Backend: Colectare date și actualizare DB (Cron job)</a:t>
            </a:r>
          </a:p>
          <a:p>
            <a:r>
              <a:rPr lang="en-US" sz="2400" noProof="1">
                <a:latin typeface="Times New Roman"/>
                <a:ea typeface="+mn-lt"/>
                <a:cs typeface="+mn-lt"/>
              </a:rPr>
              <a:t>  packagelog.sh       # Frontend: Interfață CLI pentru utilizator</a:t>
            </a:r>
            <a:endParaRPr lang="en-US" sz="2400" noProof="1">
              <a:latin typeface="Times New Roman"/>
              <a:cs typeface="Times New Roman"/>
            </a:endParaRPr>
          </a:p>
          <a:p>
            <a:endParaRPr lang="en-US" sz="2400" noProof="1">
              <a:latin typeface="Times New Roman"/>
              <a:cs typeface="Times New Roman"/>
            </a:endParaRPr>
          </a:p>
          <a:p>
            <a:endParaRPr lang="en-US" sz="2400" noProof="1">
              <a:latin typeface="Times New Roman"/>
              <a:cs typeface="Times New Roman"/>
            </a:endParaRPr>
          </a:p>
          <a:p>
            <a:endParaRPr lang="en-US" sz="2400" noProof="1">
              <a:latin typeface="Times New Roman"/>
              <a:ea typeface="+mn-lt"/>
              <a:cs typeface="+mn-lt"/>
            </a:endParaRPr>
          </a:p>
          <a:p>
            <a:r>
              <a:rPr lang="en-US" sz="2400" noProof="1">
                <a:latin typeface="Times New Roman"/>
                <a:ea typeface="+mn-lt"/>
                <a:cs typeface="+mn-lt"/>
              </a:rPr>
              <a:t>Fișiere de Sistem (Create după instalare):</a:t>
            </a:r>
            <a:endParaRPr lang="en-US" sz="2400" noProof="1">
              <a:latin typeface="Times New Roman"/>
              <a:cs typeface="Times New Roman"/>
            </a:endParaRPr>
          </a:p>
          <a:p>
            <a:r>
              <a:rPr lang="en-US" sz="2400" noProof="1">
                <a:latin typeface="Times New Roman"/>
                <a:ea typeface="+mn-lt"/>
                <a:cs typeface="+mn-lt"/>
              </a:rPr>
              <a:t>  /usr/local/bin/packagelog --&gt; Link simbolic (Scurtătură globală)</a:t>
            </a:r>
            <a:endParaRPr lang="en-US" sz="2400" noProof="1">
              <a:latin typeface="Times New Roman"/>
              <a:cs typeface="Times New Roman"/>
            </a:endParaRPr>
          </a:p>
          <a:p>
            <a:r>
              <a:rPr lang="en-US" sz="2400" noProof="1">
                <a:latin typeface="Times New Roman"/>
                <a:ea typeface="+mn-lt"/>
                <a:cs typeface="+mn-lt"/>
              </a:rPr>
              <a:t>  /var/log/dpkg.log            --&gt; Sursa datelor (Input)</a:t>
            </a:r>
            <a:endParaRPr lang="en-US" sz="2400" noProof="1">
              <a:latin typeface="Times New Roman"/>
              <a:cs typeface="Times New Roman"/>
            </a:endParaRPr>
          </a:p>
          <a:p>
            <a:r>
              <a:rPr lang="en-US" sz="2400" noProof="1">
                <a:latin typeface="Times New Roman"/>
                <a:ea typeface="+mn-lt"/>
                <a:cs typeface="+mn-lt"/>
              </a:rPr>
              <a:t>  ~/.package_monitor.db      --&gt; Baza de date procesată (Output)</a:t>
            </a:r>
            <a:endParaRPr lang="en-US" sz="2400" noProof="1">
              <a:latin typeface="Times New Roman"/>
              <a:cs typeface="Times New Roman"/>
            </a:endParaRPr>
          </a:p>
        </p:txBody>
      </p:sp>
    </p:spTree>
    <p:extLst>
      <p:ext uri="{BB962C8B-B14F-4D97-AF65-F5344CB8AC3E}">
        <p14:creationId xmlns:p14="http://schemas.microsoft.com/office/powerpoint/2010/main" val="215097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E80A8E-585C-C21A-E9C5-184970BFF465}"/>
              </a:ext>
            </a:extLst>
          </p:cNvPr>
          <p:cNvSpPr>
            <a:spLocks noGrp="1"/>
          </p:cNvSpPr>
          <p:nvPr>
            <p:ph type="dt" sz="half" idx="10"/>
          </p:nvPr>
        </p:nvSpPr>
        <p:spPr/>
        <p:txBody>
          <a:bodyPr/>
          <a:lstStyle/>
          <a:p>
            <a:fld id="{97260B42-0B13-451A-B02C-FD413D3139BB}" type="datetime1">
              <a:t>1/14/2026</a:t>
            </a:fld>
            <a:endParaRPr lang="en-US"/>
          </a:p>
        </p:txBody>
      </p:sp>
      <p:sp>
        <p:nvSpPr>
          <p:cNvPr id="3" name="Footer Placeholder 2">
            <a:extLst>
              <a:ext uri="{FF2B5EF4-FFF2-40B4-BE49-F238E27FC236}">
                <a16:creationId xmlns:a16="http://schemas.microsoft.com/office/drawing/2014/main" id="{27AF7CA5-6F2A-A2B8-56EA-126D88EF3B68}"/>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2A14B6EF-2BA3-B953-C39A-959A58909F9D}"/>
              </a:ext>
            </a:extLst>
          </p:cNvPr>
          <p:cNvSpPr>
            <a:spLocks noGrp="1"/>
          </p:cNvSpPr>
          <p:nvPr>
            <p:ph type="sldNum" sz="quarter" idx="12"/>
          </p:nvPr>
        </p:nvSpPr>
        <p:spPr/>
        <p:txBody>
          <a:bodyPr/>
          <a:lstStyle/>
          <a:p>
            <a:fld id="{5E4DE196-8A13-4FF7-A07E-102851959EAB}" type="slidenum">
              <a:rPr lang="en-US" dirty="0"/>
              <a:t>7</a:t>
            </a:fld>
            <a:endParaRPr lang="en-US"/>
          </a:p>
        </p:txBody>
      </p:sp>
      <p:pic>
        <p:nvPicPr>
          <p:cNvPr id="9" name="Picture 8" descr="A screenshot of a computer screen">
            <a:extLst>
              <a:ext uri="{FF2B5EF4-FFF2-40B4-BE49-F238E27FC236}">
                <a16:creationId xmlns:a16="http://schemas.microsoft.com/office/drawing/2014/main" id="{160FC51D-6377-EE29-C5F4-7E081E16038D}"/>
              </a:ext>
            </a:extLst>
          </p:cNvPr>
          <p:cNvPicPr>
            <a:picLocks noChangeAspect="1"/>
          </p:cNvPicPr>
          <p:nvPr/>
        </p:nvPicPr>
        <p:blipFill>
          <a:blip r:embed="rId2"/>
          <a:stretch>
            <a:fillRect/>
          </a:stretch>
        </p:blipFill>
        <p:spPr>
          <a:xfrm>
            <a:off x="935895" y="1217654"/>
            <a:ext cx="10484967" cy="4989042"/>
          </a:xfrm>
          <a:prstGeom prst="rect">
            <a:avLst/>
          </a:prstGeom>
        </p:spPr>
      </p:pic>
      <p:sp>
        <p:nvSpPr>
          <p:cNvPr id="10" name="TextBox 9">
            <a:extLst>
              <a:ext uri="{FF2B5EF4-FFF2-40B4-BE49-F238E27FC236}">
                <a16:creationId xmlns:a16="http://schemas.microsoft.com/office/drawing/2014/main" id="{4B68A8DD-F996-BBE9-44BF-35257D20C62E}"/>
              </a:ext>
            </a:extLst>
          </p:cNvPr>
          <p:cNvSpPr txBox="1"/>
          <p:nvPr/>
        </p:nvSpPr>
        <p:spPr>
          <a:xfrm>
            <a:off x="937054" y="357187"/>
            <a:ext cx="104948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Times New Roman"/>
                <a:ea typeface="+mn-lt"/>
                <a:cs typeface="+mn-lt"/>
              </a:rPr>
              <a:t>setup.sh</a:t>
            </a:r>
            <a:r>
              <a:rPr lang="en-US" sz="2000" noProof="1">
                <a:latin typeface="Times New Roman"/>
                <a:ea typeface="+mn-lt"/>
                <a:cs typeface="+mn-lt"/>
              </a:rPr>
              <a:t> -&gt; Acest script configurează permisiunile de execuție necesare și setează automat sarcina Cron pentru ca monitorizarea să ruleze continuu în fundal </a:t>
            </a:r>
          </a:p>
        </p:txBody>
      </p:sp>
    </p:spTree>
    <p:extLst>
      <p:ext uri="{BB962C8B-B14F-4D97-AF65-F5344CB8AC3E}">
        <p14:creationId xmlns:p14="http://schemas.microsoft.com/office/powerpoint/2010/main" val="1788541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CE985-6432-AA4F-5BD5-A1C1D582FF5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9AEE359-F933-0961-114D-520BC7640275}"/>
              </a:ext>
            </a:extLst>
          </p:cNvPr>
          <p:cNvSpPr>
            <a:spLocks noGrp="1"/>
          </p:cNvSpPr>
          <p:nvPr>
            <p:ph type="dt" sz="half" idx="10"/>
          </p:nvPr>
        </p:nvSpPr>
        <p:spPr/>
        <p:txBody>
          <a:bodyPr/>
          <a:lstStyle/>
          <a:p>
            <a:fld id="{97260B42-0B13-451A-B02C-FD413D3139BB}" type="datetime1">
              <a:t>1/14/2026</a:t>
            </a:fld>
            <a:endParaRPr lang="en-US"/>
          </a:p>
        </p:txBody>
      </p:sp>
      <p:sp>
        <p:nvSpPr>
          <p:cNvPr id="3" name="Footer Placeholder 2">
            <a:extLst>
              <a:ext uri="{FF2B5EF4-FFF2-40B4-BE49-F238E27FC236}">
                <a16:creationId xmlns:a16="http://schemas.microsoft.com/office/drawing/2014/main" id="{16397804-ECE4-EBE7-A443-4798D84B5BC1}"/>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69A68CEB-2DF1-DFE7-F68C-48474C88A7AD}"/>
              </a:ext>
            </a:extLst>
          </p:cNvPr>
          <p:cNvSpPr>
            <a:spLocks noGrp="1"/>
          </p:cNvSpPr>
          <p:nvPr>
            <p:ph type="sldNum" sz="quarter" idx="12"/>
          </p:nvPr>
        </p:nvSpPr>
        <p:spPr/>
        <p:txBody>
          <a:bodyPr/>
          <a:lstStyle/>
          <a:p>
            <a:fld id="{5E4DE196-8A13-4FF7-A07E-102851959EAB}" type="slidenum">
              <a:rPr lang="en-US" dirty="0"/>
              <a:t>8</a:t>
            </a:fld>
            <a:endParaRPr lang="en-US"/>
          </a:p>
        </p:txBody>
      </p:sp>
      <p:sp>
        <p:nvSpPr>
          <p:cNvPr id="10" name="TextBox 9">
            <a:extLst>
              <a:ext uri="{FF2B5EF4-FFF2-40B4-BE49-F238E27FC236}">
                <a16:creationId xmlns:a16="http://schemas.microsoft.com/office/drawing/2014/main" id="{0ED67554-0CD0-7053-61C8-DF471A73D379}"/>
              </a:ext>
            </a:extLst>
          </p:cNvPr>
          <p:cNvSpPr txBox="1"/>
          <p:nvPr/>
        </p:nvSpPr>
        <p:spPr>
          <a:xfrm>
            <a:off x="937054" y="357187"/>
            <a:ext cx="104948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Times New Roman"/>
                <a:ea typeface="+mn-lt"/>
                <a:cs typeface="+mn-lt"/>
              </a:rPr>
              <a:t>process.sh</a:t>
            </a:r>
            <a:r>
              <a:rPr lang="en-US" sz="2000" noProof="1">
                <a:latin typeface="Times New Roman"/>
                <a:ea typeface="+mn-lt"/>
                <a:cs typeface="+mn-lt"/>
              </a:rPr>
              <a:t> -&gt; Acest script analizează jurnalele de sistem (dpkg.log) pentru a extrage datele privind instalarea și ștergerea pachetelor, salvându-le într-o bază de date structurată.</a:t>
            </a:r>
          </a:p>
        </p:txBody>
      </p:sp>
      <p:pic>
        <p:nvPicPr>
          <p:cNvPr id="5" name="Picture 4" descr="A computer screen shot of text&#10;&#10;AI-generated content may be incorrect.">
            <a:extLst>
              <a:ext uri="{FF2B5EF4-FFF2-40B4-BE49-F238E27FC236}">
                <a16:creationId xmlns:a16="http://schemas.microsoft.com/office/drawing/2014/main" id="{3A56CDBA-6144-7CD9-5595-5A594F99A730}"/>
              </a:ext>
            </a:extLst>
          </p:cNvPr>
          <p:cNvPicPr>
            <a:picLocks noChangeAspect="1"/>
          </p:cNvPicPr>
          <p:nvPr/>
        </p:nvPicPr>
        <p:blipFill>
          <a:blip r:embed="rId2"/>
          <a:stretch>
            <a:fillRect/>
          </a:stretch>
        </p:blipFill>
        <p:spPr>
          <a:xfrm>
            <a:off x="934737" y="1260002"/>
            <a:ext cx="10322526" cy="4791075"/>
          </a:xfrm>
          <a:prstGeom prst="rect">
            <a:avLst/>
          </a:prstGeom>
        </p:spPr>
      </p:pic>
    </p:spTree>
    <p:extLst>
      <p:ext uri="{BB962C8B-B14F-4D97-AF65-F5344CB8AC3E}">
        <p14:creationId xmlns:p14="http://schemas.microsoft.com/office/powerpoint/2010/main" val="445329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5CEF8-481A-3EFC-80E7-BF1EAE10654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082B4E2-AE7A-D980-6928-FF24AB0542E8}"/>
              </a:ext>
            </a:extLst>
          </p:cNvPr>
          <p:cNvSpPr>
            <a:spLocks noGrp="1"/>
          </p:cNvSpPr>
          <p:nvPr>
            <p:ph type="dt" sz="half" idx="10"/>
          </p:nvPr>
        </p:nvSpPr>
        <p:spPr/>
        <p:txBody>
          <a:bodyPr/>
          <a:lstStyle/>
          <a:p>
            <a:fld id="{97260B42-0B13-451A-B02C-FD413D3139BB}" type="datetime1">
              <a:t>1/14/2026</a:t>
            </a:fld>
            <a:endParaRPr lang="en-US"/>
          </a:p>
        </p:txBody>
      </p:sp>
      <p:sp>
        <p:nvSpPr>
          <p:cNvPr id="3" name="Footer Placeholder 2">
            <a:extLst>
              <a:ext uri="{FF2B5EF4-FFF2-40B4-BE49-F238E27FC236}">
                <a16:creationId xmlns:a16="http://schemas.microsoft.com/office/drawing/2014/main" id="{CF03789C-DE89-0088-F616-BF3801797D13}"/>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BA77EE07-F078-D7E4-0D1F-AEBEFD0BF4BC}"/>
              </a:ext>
            </a:extLst>
          </p:cNvPr>
          <p:cNvSpPr>
            <a:spLocks noGrp="1"/>
          </p:cNvSpPr>
          <p:nvPr>
            <p:ph type="sldNum" sz="quarter" idx="12"/>
          </p:nvPr>
        </p:nvSpPr>
        <p:spPr/>
        <p:txBody>
          <a:bodyPr/>
          <a:lstStyle/>
          <a:p>
            <a:fld id="{5E4DE196-8A13-4FF7-A07E-102851959EAB}" type="slidenum">
              <a:rPr lang="en-US" dirty="0"/>
              <a:t>9</a:t>
            </a:fld>
            <a:endParaRPr lang="en-US"/>
          </a:p>
        </p:txBody>
      </p:sp>
      <p:sp>
        <p:nvSpPr>
          <p:cNvPr id="10" name="TextBox 9">
            <a:extLst>
              <a:ext uri="{FF2B5EF4-FFF2-40B4-BE49-F238E27FC236}">
                <a16:creationId xmlns:a16="http://schemas.microsoft.com/office/drawing/2014/main" id="{B340D1C9-E5F0-DBB4-0B54-DB7B8DDB3E07}"/>
              </a:ext>
            </a:extLst>
          </p:cNvPr>
          <p:cNvSpPr txBox="1"/>
          <p:nvPr/>
        </p:nvSpPr>
        <p:spPr>
          <a:xfrm>
            <a:off x="937054" y="357187"/>
            <a:ext cx="104948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Times New Roman"/>
                <a:ea typeface="+mn-lt"/>
                <a:cs typeface="+mn-lt"/>
              </a:rPr>
              <a:t>packagelog.sh</a:t>
            </a:r>
            <a:r>
              <a:rPr lang="en-US" sz="2000" noProof="1">
                <a:latin typeface="Times New Roman"/>
                <a:ea typeface="+mn-lt"/>
                <a:cs typeface="+mn-lt"/>
              </a:rPr>
              <a:t> -&gt; </a:t>
            </a:r>
            <a:r>
              <a:rPr lang="en-US" sz="2000" b="1" noProof="1">
                <a:latin typeface="Times New Roman"/>
                <a:ea typeface="+mn-lt"/>
                <a:cs typeface="+mn-lt"/>
              </a:rPr>
              <a:t>show_help()</a:t>
            </a:r>
            <a:r>
              <a:rPr lang="en-US" sz="2000" noProof="1">
                <a:latin typeface="Times New Roman"/>
                <a:ea typeface="+mn-lt"/>
                <a:cs typeface="+mn-lt"/>
              </a:rPr>
              <a:t> -&gt; Această funcție afișează în terminal instrucțiunile de utilizare corectă și toți parametrii de comandă suportați.</a:t>
            </a:r>
          </a:p>
        </p:txBody>
      </p:sp>
      <p:pic>
        <p:nvPicPr>
          <p:cNvPr id="6" name="Picture 5" descr="A screenshot of a computer program&#10;&#10;AI-generated content may be incorrect.">
            <a:extLst>
              <a:ext uri="{FF2B5EF4-FFF2-40B4-BE49-F238E27FC236}">
                <a16:creationId xmlns:a16="http://schemas.microsoft.com/office/drawing/2014/main" id="{59DF0ED3-12FF-7BA6-110C-B4F00384A8D7}"/>
              </a:ext>
            </a:extLst>
          </p:cNvPr>
          <p:cNvPicPr>
            <a:picLocks noChangeAspect="1"/>
          </p:cNvPicPr>
          <p:nvPr/>
        </p:nvPicPr>
        <p:blipFill>
          <a:blip r:embed="rId2"/>
          <a:stretch>
            <a:fillRect/>
          </a:stretch>
        </p:blipFill>
        <p:spPr>
          <a:xfrm>
            <a:off x="937182" y="1362075"/>
            <a:ext cx="10317635" cy="4133850"/>
          </a:xfrm>
          <a:prstGeom prst="rect">
            <a:avLst/>
          </a:prstGeom>
        </p:spPr>
      </p:pic>
    </p:spTree>
    <p:extLst>
      <p:ext uri="{BB962C8B-B14F-4D97-AF65-F5344CB8AC3E}">
        <p14:creationId xmlns:p14="http://schemas.microsoft.com/office/powerpoint/2010/main" val="2100206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4C0A9-30BB-3A18-A3E0-1CA24368457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98AE29C-3094-78C5-974D-089AB20D7C6F}"/>
              </a:ext>
            </a:extLst>
          </p:cNvPr>
          <p:cNvSpPr>
            <a:spLocks noGrp="1"/>
          </p:cNvSpPr>
          <p:nvPr>
            <p:ph type="dt" sz="half" idx="10"/>
          </p:nvPr>
        </p:nvSpPr>
        <p:spPr/>
        <p:txBody>
          <a:bodyPr/>
          <a:lstStyle/>
          <a:p>
            <a:fld id="{97260B42-0B13-451A-B02C-FD413D3139BB}" type="datetime1">
              <a:t>1/14/2026</a:t>
            </a:fld>
            <a:endParaRPr lang="en-US"/>
          </a:p>
        </p:txBody>
      </p:sp>
      <p:sp>
        <p:nvSpPr>
          <p:cNvPr id="3" name="Footer Placeholder 2">
            <a:extLst>
              <a:ext uri="{FF2B5EF4-FFF2-40B4-BE49-F238E27FC236}">
                <a16:creationId xmlns:a16="http://schemas.microsoft.com/office/drawing/2014/main" id="{92412F8A-1DB9-8422-420C-88959D5D09B8}"/>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5BCDA32-A549-1D9D-197B-F23946EFF140}"/>
              </a:ext>
            </a:extLst>
          </p:cNvPr>
          <p:cNvSpPr>
            <a:spLocks noGrp="1"/>
          </p:cNvSpPr>
          <p:nvPr>
            <p:ph type="sldNum" sz="quarter" idx="12"/>
          </p:nvPr>
        </p:nvSpPr>
        <p:spPr/>
        <p:txBody>
          <a:bodyPr/>
          <a:lstStyle/>
          <a:p>
            <a:fld id="{5E4DE196-8A13-4FF7-A07E-102851959EAB}" type="slidenum">
              <a:rPr lang="en-US" dirty="0"/>
              <a:t>10</a:t>
            </a:fld>
            <a:endParaRPr lang="en-US"/>
          </a:p>
        </p:txBody>
      </p:sp>
      <p:sp>
        <p:nvSpPr>
          <p:cNvPr id="10" name="TextBox 9">
            <a:extLst>
              <a:ext uri="{FF2B5EF4-FFF2-40B4-BE49-F238E27FC236}">
                <a16:creationId xmlns:a16="http://schemas.microsoft.com/office/drawing/2014/main" id="{7963E60D-26C4-3BE0-2EA0-772CECD2A5C0}"/>
              </a:ext>
            </a:extLst>
          </p:cNvPr>
          <p:cNvSpPr txBox="1"/>
          <p:nvPr/>
        </p:nvSpPr>
        <p:spPr>
          <a:xfrm>
            <a:off x="937054" y="357187"/>
            <a:ext cx="104948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Times New Roman"/>
                <a:ea typeface="+mn-lt"/>
                <a:cs typeface="+mn-lt"/>
              </a:rPr>
              <a:t>packagelog.sh</a:t>
            </a:r>
            <a:r>
              <a:rPr lang="en-US" sz="2000" noProof="1">
                <a:latin typeface="Times New Roman"/>
                <a:ea typeface="+mn-lt"/>
                <a:cs typeface="+mn-lt"/>
              </a:rPr>
              <a:t> -&gt; Acest bloc este mecanismul principal de decizie care analizează parametrii introduși de utilizator (de exemplu -i, -r) și gestionează fluxul programului. </a:t>
            </a:r>
          </a:p>
        </p:txBody>
      </p:sp>
      <p:pic>
        <p:nvPicPr>
          <p:cNvPr id="5" name="Picture 4" descr="A screenshot of a computer program&#10;&#10;AI-generated content may be incorrect.">
            <a:extLst>
              <a:ext uri="{FF2B5EF4-FFF2-40B4-BE49-F238E27FC236}">
                <a16:creationId xmlns:a16="http://schemas.microsoft.com/office/drawing/2014/main" id="{9B900923-3217-BC83-383B-06EB93271B1B}"/>
              </a:ext>
            </a:extLst>
          </p:cNvPr>
          <p:cNvPicPr>
            <a:picLocks noChangeAspect="1"/>
          </p:cNvPicPr>
          <p:nvPr/>
        </p:nvPicPr>
        <p:blipFill>
          <a:blip r:embed="rId2"/>
          <a:stretch>
            <a:fillRect/>
          </a:stretch>
        </p:blipFill>
        <p:spPr>
          <a:xfrm>
            <a:off x="937053" y="1168897"/>
            <a:ext cx="10081055" cy="5199827"/>
          </a:xfrm>
          <a:prstGeom prst="rect">
            <a:avLst/>
          </a:prstGeom>
        </p:spPr>
      </p:pic>
    </p:spTree>
    <p:extLst>
      <p:ext uri="{BB962C8B-B14F-4D97-AF65-F5344CB8AC3E}">
        <p14:creationId xmlns:p14="http://schemas.microsoft.com/office/powerpoint/2010/main" val="133732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D1D63-CF4D-8D5C-DB40-B92F208C74F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EB27FFB-D649-4E01-ADFA-EDBDBA05E0C1}"/>
              </a:ext>
            </a:extLst>
          </p:cNvPr>
          <p:cNvSpPr>
            <a:spLocks noGrp="1"/>
          </p:cNvSpPr>
          <p:nvPr>
            <p:ph type="dt" sz="half" idx="10"/>
          </p:nvPr>
        </p:nvSpPr>
        <p:spPr/>
        <p:txBody>
          <a:bodyPr/>
          <a:lstStyle/>
          <a:p>
            <a:fld id="{97260B42-0B13-451A-B02C-FD413D3139BB}" type="datetime1">
              <a:t>1/14/2026</a:t>
            </a:fld>
            <a:endParaRPr lang="en-US"/>
          </a:p>
        </p:txBody>
      </p:sp>
      <p:sp>
        <p:nvSpPr>
          <p:cNvPr id="3" name="Footer Placeholder 2">
            <a:extLst>
              <a:ext uri="{FF2B5EF4-FFF2-40B4-BE49-F238E27FC236}">
                <a16:creationId xmlns:a16="http://schemas.microsoft.com/office/drawing/2014/main" id="{41D7CBF8-739E-BAA1-613F-79A4E5042EA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A5CCB999-E276-3C07-DFBE-E8F669053949}"/>
              </a:ext>
            </a:extLst>
          </p:cNvPr>
          <p:cNvSpPr>
            <a:spLocks noGrp="1"/>
          </p:cNvSpPr>
          <p:nvPr>
            <p:ph type="sldNum" sz="quarter" idx="12"/>
          </p:nvPr>
        </p:nvSpPr>
        <p:spPr/>
        <p:txBody>
          <a:bodyPr/>
          <a:lstStyle/>
          <a:p>
            <a:fld id="{5E4DE196-8A13-4FF7-A07E-102851959EAB}" type="slidenum">
              <a:rPr lang="en-US" dirty="0"/>
              <a:t>11</a:t>
            </a:fld>
            <a:endParaRPr lang="en-US"/>
          </a:p>
        </p:txBody>
      </p:sp>
      <p:sp>
        <p:nvSpPr>
          <p:cNvPr id="10" name="TextBox 9">
            <a:extLst>
              <a:ext uri="{FF2B5EF4-FFF2-40B4-BE49-F238E27FC236}">
                <a16:creationId xmlns:a16="http://schemas.microsoft.com/office/drawing/2014/main" id="{892A6018-4667-0728-E958-EDB5550F0A3B}"/>
              </a:ext>
            </a:extLst>
          </p:cNvPr>
          <p:cNvSpPr txBox="1"/>
          <p:nvPr/>
        </p:nvSpPr>
        <p:spPr>
          <a:xfrm>
            <a:off x="937054" y="357187"/>
            <a:ext cx="10494874"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noProof="1">
                <a:latin typeface="Times New Roman"/>
                <a:ea typeface="+mn-lt"/>
                <a:cs typeface="+mn-lt"/>
              </a:rPr>
              <a:t>Cum se folosește</a:t>
            </a:r>
          </a:p>
          <a:p>
            <a:pPr algn="just"/>
            <a:r>
              <a:rPr lang="en-US" sz="2000" noProof="1">
                <a:latin typeface="Times New Roman"/>
                <a:ea typeface="+mn-lt"/>
                <a:cs typeface="+mn-lt"/>
              </a:rPr>
              <a:t>Utilizatorul interacționează cu instrumentul prin intermediul terminalului, folosind parametri de comandă simpli (flags). După cum se poate vedea în capturile de ecran, este posibilă listarea pachetelor instalate, vizualizarea celor șterse sau interogarea istoricului unui pachet specific cu o singură comandă.</a:t>
            </a:r>
            <a:endParaRPr lang="en-US" noProof="1">
              <a:latin typeface="Times New Roman"/>
              <a:ea typeface="+mn-lt"/>
              <a:cs typeface="+mn-lt"/>
            </a:endParaRPr>
          </a:p>
        </p:txBody>
      </p:sp>
      <p:pic>
        <p:nvPicPr>
          <p:cNvPr id="6" name="Picture 5" descr="A screenshot of a computer program&#10;&#10;AI-generated content may be incorrect.">
            <a:extLst>
              <a:ext uri="{FF2B5EF4-FFF2-40B4-BE49-F238E27FC236}">
                <a16:creationId xmlns:a16="http://schemas.microsoft.com/office/drawing/2014/main" id="{DD488E34-61E8-78A4-DAC7-B2545425BF85}"/>
              </a:ext>
            </a:extLst>
          </p:cNvPr>
          <p:cNvPicPr>
            <a:picLocks noChangeAspect="1"/>
          </p:cNvPicPr>
          <p:nvPr/>
        </p:nvPicPr>
        <p:blipFill>
          <a:blip r:embed="rId2"/>
          <a:stretch>
            <a:fillRect/>
          </a:stretch>
        </p:blipFill>
        <p:spPr>
          <a:xfrm>
            <a:off x="933063" y="2644331"/>
            <a:ext cx="5836251" cy="281167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8B008A8B-EC28-C50D-BB66-27975166D678}"/>
              </a:ext>
            </a:extLst>
          </p:cNvPr>
          <p:cNvPicPr>
            <a:picLocks noChangeAspect="1"/>
          </p:cNvPicPr>
          <p:nvPr/>
        </p:nvPicPr>
        <p:blipFill>
          <a:blip r:embed="rId3"/>
          <a:stretch>
            <a:fillRect/>
          </a:stretch>
        </p:blipFill>
        <p:spPr>
          <a:xfrm>
            <a:off x="4669772" y="3428439"/>
            <a:ext cx="6886575" cy="2914650"/>
          </a:xfrm>
          <a:prstGeom prst="rect">
            <a:avLst/>
          </a:prstGeom>
        </p:spPr>
      </p:pic>
    </p:spTree>
    <p:extLst>
      <p:ext uri="{BB962C8B-B14F-4D97-AF65-F5344CB8AC3E}">
        <p14:creationId xmlns:p14="http://schemas.microsoft.com/office/powerpoint/2010/main" val="1712699532"/>
      </p:ext>
    </p:extLst>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BohoVogueVTI</vt:lpstr>
      <vt:lpstr>Package Monitor</vt:lpstr>
      <vt:lpstr>Github link: https://github.com/GurbanowGadam/itbi_packagelog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2026-01-14T08:43:56Z</dcterms:created>
  <dcterms:modified xsi:type="dcterms:W3CDTF">2026-01-14T10:10:36Z</dcterms:modified>
</cp:coreProperties>
</file>